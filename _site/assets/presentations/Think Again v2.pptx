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2" r:id="rId2"/>
    <p:sldId id="258" r:id="rId3"/>
    <p:sldId id="292" r:id="rId4"/>
    <p:sldId id="295" r:id="rId5"/>
    <p:sldId id="296" r:id="rId6"/>
    <p:sldId id="265" r:id="rId7"/>
    <p:sldId id="276" r:id="rId8"/>
    <p:sldId id="261" r:id="rId9"/>
    <p:sldId id="262" r:id="rId10"/>
    <p:sldId id="266" r:id="rId11"/>
    <p:sldId id="275" r:id="rId12"/>
    <p:sldId id="267" r:id="rId13"/>
    <p:sldId id="270" r:id="rId14"/>
    <p:sldId id="282" r:id="rId15"/>
    <p:sldId id="277" r:id="rId16"/>
    <p:sldId id="281" r:id="rId17"/>
    <p:sldId id="290" r:id="rId18"/>
    <p:sldId id="280" r:id="rId19"/>
    <p:sldId id="289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39A752-3E3E-430A-9E13-87A9D7C0F48A}">
          <p14:sldIdLst>
            <p14:sldId id="272"/>
            <p14:sldId id="258"/>
          </p14:sldIdLst>
        </p14:section>
        <p14:section name="What is Rethinking" id="{42DB9B5D-4DB7-41B4-A9C5-5816443A2174}">
          <p14:sldIdLst>
            <p14:sldId id="292"/>
            <p14:sldId id="295"/>
            <p14:sldId id="296"/>
          </p14:sldIdLst>
        </p14:section>
        <p14:section name="Individual Rethinking" id="{DB5F3D14-C6AC-4394-82F2-765936F766E9}">
          <p14:sldIdLst>
            <p14:sldId id="265"/>
            <p14:sldId id="276"/>
            <p14:sldId id="261"/>
            <p14:sldId id="262"/>
          </p14:sldIdLst>
        </p14:section>
        <p14:section name="Interpersonal Rethinking" id="{ABCCED4B-751F-403E-8C71-7496E6E815EE}">
          <p14:sldIdLst>
            <p14:sldId id="266"/>
            <p14:sldId id="275"/>
            <p14:sldId id="267"/>
          </p14:sldIdLst>
        </p14:section>
        <p14:section name="Collective Rethinking" id="{9A3CEA8E-011D-455C-9A1E-AEFAE46EB179}">
          <p14:sldIdLst>
            <p14:sldId id="270"/>
            <p14:sldId id="282"/>
            <p14:sldId id="277"/>
          </p14:sldIdLst>
        </p14:section>
        <p14:section name="Conclusion" id="{66335617-BF3D-4080-B8B2-BDCB71EC3C72}">
          <p14:sldIdLst>
            <p14:sldId id="281"/>
            <p14:sldId id="290"/>
            <p14:sldId id="280"/>
            <p14:sldId id="289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279"/>
    <a:srgbClr val="A26FC4"/>
    <a:srgbClr val="8447AD"/>
    <a:srgbClr val="FF66D8"/>
    <a:srgbClr val="B66F2E"/>
    <a:srgbClr val="CDE3F6"/>
    <a:srgbClr val="F9D9E4"/>
    <a:srgbClr val="7CC2F2"/>
    <a:srgbClr val="A881BB"/>
    <a:srgbClr val="BAD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4550FB-C800-4372-9DE9-8F097D3FF55C}" v="40" dt="2023-11-23T05:59:08.147"/>
    <p1510:client id="{A85075AC-B33D-4543-8C2B-79FAE5E938A8}" v="214" dt="2023-11-23T02:39:49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 autoAdjust="0"/>
    <p:restoredTop sz="78224" autoAdjust="0"/>
  </p:normalViewPr>
  <p:slideViewPr>
    <p:cSldViewPr snapToGrid="0">
      <p:cViewPr>
        <p:scale>
          <a:sx n="100" d="100"/>
          <a:sy n="100" d="100"/>
        </p:scale>
        <p:origin x="144" y="6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adavan" userId="7e28293f14d4a57b" providerId="LiveId" clId="{664550FB-C800-4372-9DE9-8F097D3FF55C}"/>
    <pc:docChg chg="undo custSel modSld">
      <pc:chgData name="Avinash Madavan" userId="7e28293f14d4a57b" providerId="LiveId" clId="{664550FB-C800-4372-9DE9-8F097D3FF55C}" dt="2023-11-23T05:59:08.147" v="39" actId="20577"/>
      <pc:docMkLst>
        <pc:docMk/>
      </pc:docMkLst>
      <pc:sldChg chg="modSp mod">
        <pc:chgData name="Avinash Madavan" userId="7e28293f14d4a57b" providerId="LiveId" clId="{664550FB-C800-4372-9DE9-8F097D3FF55C}" dt="2023-11-23T05:59:01.983" v="35" actId="1076"/>
        <pc:sldMkLst>
          <pc:docMk/>
          <pc:sldMk cId="743785370" sldId="262"/>
        </pc:sldMkLst>
        <pc:spChg chg="mod">
          <ac:chgData name="Avinash Madavan" userId="7e28293f14d4a57b" providerId="LiveId" clId="{664550FB-C800-4372-9DE9-8F097D3FF55C}" dt="2023-11-23T05:59:01.983" v="35" actId="1076"/>
          <ac:spMkLst>
            <pc:docMk/>
            <pc:sldMk cId="743785370" sldId="262"/>
            <ac:spMk id="21" creationId="{8D72D4ED-B91E-7C96-0BE1-BEEB0F15C90B}"/>
          </ac:spMkLst>
        </pc:spChg>
      </pc:sldChg>
      <pc:sldChg chg="modNotesTx">
        <pc:chgData name="Avinash Madavan" userId="7e28293f14d4a57b" providerId="LiveId" clId="{664550FB-C800-4372-9DE9-8F097D3FF55C}" dt="2023-11-23T05:59:08.147" v="39" actId="20577"/>
        <pc:sldMkLst>
          <pc:docMk/>
          <pc:sldMk cId="3488184347" sldId="267"/>
        </pc:sldMkLst>
      </pc:sldChg>
    </pc:docChg>
  </pc:docChgLst>
  <pc:docChgLst>
    <pc:chgData name="Avinash Madavan" userId="7e28293f14d4a57b" providerId="LiveId" clId="{A85075AC-B33D-4543-8C2B-79FAE5E938A8}"/>
    <pc:docChg chg="undo redo custSel addSld delSld modSld sldOrd modSection">
      <pc:chgData name="Avinash Madavan" userId="7e28293f14d4a57b" providerId="LiveId" clId="{A85075AC-B33D-4543-8C2B-79FAE5E938A8}" dt="2023-11-23T08:24:28.167" v="15468" actId="1076"/>
      <pc:docMkLst>
        <pc:docMk/>
      </pc:docMkLst>
      <pc:sldChg chg="addSp delSp modSp del mod modShow modNotesTx">
        <pc:chgData name="Avinash Madavan" userId="7e28293f14d4a57b" providerId="LiveId" clId="{A85075AC-B33D-4543-8C2B-79FAE5E938A8}" dt="2023-11-22T22:22:38.329" v="13466" actId="47"/>
        <pc:sldMkLst>
          <pc:docMk/>
          <pc:sldMk cId="905282291" sldId="257"/>
        </pc:sldMkLst>
        <pc:spChg chg="mod">
          <ac:chgData name="Avinash Madavan" userId="7e28293f14d4a57b" providerId="LiveId" clId="{A85075AC-B33D-4543-8C2B-79FAE5E938A8}" dt="2023-11-22T02:30:43.491" v="2260" actId="2711"/>
          <ac:spMkLst>
            <pc:docMk/>
            <pc:sldMk cId="905282291" sldId="257"/>
            <ac:spMk id="2" creationId="{A090DEC7-BA26-459D-9BB9-922C95C6FF89}"/>
          </ac:spMkLst>
        </pc:spChg>
        <pc:spChg chg="mod">
          <ac:chgData name="Avinash Madavan" userId="7e28293f14d4a57b" providerId="LiveId" clId="{A85075AC-B33D-4543-8C2B-79FAE5E938A8}" dt="2023-11-22T02:07:16.470" v="1946" actId="1076"/>
          <ac:spMkLst>
            <pc:docMk/>
            <pc:sldMk cId="905282291" sldId="257"/>
            <ac:spMk id="12" creationId="{57C8D063-94EC-50AE-BB26-A225DED7D854}"/>
          </ac:spMkLst>
        </pc:spChg>
        <pc:spChg chg="mod">
          <ac:chgData name="Avinash Madavan" userId="7e28293f14d4a57b" providerId="LiveId" clId="{A85075AC-B33D-4543-8C2B-79FAE5E938A8}" dt="2023-11-22T02:06:43.552" v="1936" actId="1035"/>
          <ac:spMkLst>
            <pc:docMk/>
            <pc:sldMk cId="905282291" sldId="257"/>
            <ac:spMk id="13" creationId="{27DFB9C4-491C-A399-E973-AD0529729045}"/>
          </ac:spMkLst>
        </pc:spChg>
        <pc:spChg chg="mod">
          <ac:chgData name="Avinash Madavan" userId="7e28293f14d4a57b" providerId="LiveId" clId="{A85075AC-B33D-4543-8C2B-79FAE5E938A8}" dt="2023-11-22T02:06:43.552" v="1936" actId="1035"/>
          <ac:spMkLst>
            <pc:docMk/>
            <pc:sldMk cId="905282291" sldId="257"/>
            <ac:spMk id="14" creationId="{2208A518-4C84-D2AC-DAAC-6223DF1D3E25}"/>
          </ac:spMkLst>
        </pc:spChg>
        <pc:spChg chg="add del mod">
          <ac:chgData name="Avinash Madavan" userId="7e28293f14d4a57b" providerId="LiveId" clId="{A85075AC-B33D-4543-8C2B-79FAE5E938A8}" dt="2023-11-22T22:19:25.749" v="13448" actId="207"/>
          <ac:spMkLst>
            <pc:docMk/>
            <pc:sldMk cId="905282291" sldId="257"/>
            <ac:spMk id="79" creationId="{EC2F4D64-DA10-EFB9-80CE-48CF2DF115DE}"/>
          </ac:spMkLst>
        </pc:spChg>
        <pc:spChg chg="add del mod">
          <ac:chgData name="Avinash Madavan" userId="7e28293f14d4a57b" providerId="LiveId" clId="{A85075AC-B33D-4543-8C2B-79FAE5E938A8}" dt="2023-11-22T22:19:33.619" v="13455" actId="207"/>
          <ac:spMkLst>
            <pc:docMk/>
            <pc:sldMk cId="905282291" sldId="257"/>
            <ac:spMk id="80" creationId="{F999114E-B08A-5E7A-54A9-84CDAD8487A9}"/>
          </ac:spMkLst>
        </pc:spChg>
        <pc:spChg chg="add del mod">
          <ac:chgData name="Avinash Madavan" userId="7e28293f14d4a57b" providerId="LiveId" clId="{A85075AC-B33D-4543-8C2B-79FAE5E938A8}" dt="2023-11-22T22:19:38.547" v="13462" actId="207"/>
          <ac:spMkLst>
            <pc:docMk/>
            <pc:sldMk cId="905282291" sldId="257"/>
            <ac:spMk id="81" creationId="{093DE897-5E06-165F-CAEB-310F9CDAB964}"/>
          </ac:spMkLst>
        </pc:spChg>
        <pc:spChg chg="mod">
          <ac:chgData name="Avinash Madavan" userId="7e28293f14d4a57b" providerId="LiveId" clId="{A85075AC-B33D-4543-8C2B-79FAE5E938A8}" dt="2023-11-22T02:06:43.552" v="1936" actId="1035"/>
          <ac:spMkLst>
            <pc:docMk/>
            <pc:sldMk cId="905282291" sldId="257"/>
            <ac:spMk id="118" creationId="{B0175FE4-CAE1-49AA-28CA-00715FECACA0}"/>
          </ac:spMkLst>
        </pc:spChg>
        <pc:spChg chg="mod">
          <ac:chgData name="Avinash Madavan" userId="7e28293f14d4a57b" providerId="LiveId" clId="{A85075AC-B33D-4543-8C2B-79FAE5E938A8}" dt="2023-11-22T02:06:43.552" v="1936" actId="1035"/>
          <ac:spMkLst>
            <pc:docMk/>
            <pc:sldMk cId="905282291" sldId="257"/>
            <ac:spMk id="119" creationId="{9A3E50D0-2706-B01F-4E91-20F21DD0D2EC}"/>
          </ac:spMkLst>
        </pc:spChg>
        <pc:spChg chg="mod">
          <ac:chgData name="Avinash Madavan" userId="7e28293f14d4a57b" providerId="LiveId" clId="{A85075AC-B33D-4543-8C2B-79FAE5E938A8}" dt="2023-11-22T02:06:43.552" v="1936" actId="1035"/>
          <ac:spMkLst>
            <pc:docMk/>
            <pc:sldMk cId="905282291" sldId="257"/>
            <ac:spMk id="120" creationId="{CCE0B5DC-A86A-49EC-82BD-738BF1A7C807}"/>
          </ac:spMkLst>
        </pc:sp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4" creationId="{1595866B-DCB7-53AA-8404-ACB304512029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5" creationId="{85DFF6F4-2349-02E7-0FED-A1919180BB13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6" creationId="{6B13B9B6-B964-78BB-AF89-2D00CA53D3B1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7" creationId="{783652AC-58A7-404D-145F-EB660B5F9BEA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9" creationId="{47EC5515-273B-EEA6-E235-F247F6E8FF33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10" creationId="{87692D33-4D65-7219-F9CE-1C33A4625D0A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60" creationId="{B7176F29-37D0-99D1-6914-380C8138302C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61" creationId="{BCCD2699-DE36-1B19-555A-75BA477FCA95}"/>
          </ac:picMkLst>
        </pc:picChg>
        <pc:picChg chg="mod">
          <ac:chgData name="Avinash Madavan" userId="7e28293f14d4a57b" providerId="LiveId" clId="{A85075AC-B33D-4543-8C2B-79FAE5E938A8}" dt="2023-11-22T02:06:43.552" v="1936" actId="1035"/>
          <ac:picMkLst>
            <pc:docMk/>
            <pc:sldMk cId="905282291" sldId="257"/>
            <ac:picMk id="78" creationId="{1922B1AB-3A63-9066-F8E0-A956E4541DE5}"/>
          </ac:picMkLst>
        </pc:picChg>
      </pc:sldChg>
      <pc:sldChg chg="addSp delSp modSp mod setBg modNotesTx">
        <pc:chgData name="Avinash Madavan" userId="7e28293f14d4a57b" providerId="LiveId" clId="{A85075AC-B33D-4543-8C2B-79FAE5E938A8}" dt="2023-11-23T01:41:36.517" v="14732" actId="20577"/>
        <pc:sldMkLst>
          <pc:docMk/>
          <pc:sldMk cId="1138855634" sldId="258"/>
        </pc:sldMkLst>
        <pc:spChg chg="mod">
          <ac:chgData name="Avinash Madavan" userId="7e28293f14d4a57b" providerId="LiveId" clId="{A85075AC-B33D-4543-8C2B-79FAE5E938A8}" dt="2023-11-22T23:39:09.462" v="13656" actId="1076"/>
          <ac:spMkLst>
            <pc:docMk/>
            <pc:sldMk cId="1138855634" sldId="258"/>
            <ac:spMk id="2" creationId="{45C350CA-C52A-A29D-BDDE-785E8DB715CF}"/>
          </ac:spMkLst>
        </pc:spChg>
        <pc:spChg chg="add del mod">
          <ac:chgData name="Avinash Madavan" userId="7e28293f14d4a57b" providerId="LiveId" clId="{A85075AC-B33D-4543-8C2B-79FAE5E938A8}" dt="2023-11-22T04:23:50.744" v="3134" actId="478"/>
          <ac:spMkLst>
            <pc:docMk/>
            <pc:sldMk cId="1138855634" sldId="258"/>
            <ac:spMk id="12" creationId="{574B676F-214E-6DD0-1CEA-48CB81035958}"/>
          </ac:spMkLst>
        </pc:spChg>
        <pc:grpChg chg="add del mod">
          <ac:chgData name="Avinash Madavan" userId="7e28293f14d4a57b" providerId="LiveId" clId="{A85075AC-B33D-4543-8C2B-79FAE5E938A8}" dt="2023-11-23T00:02:09.876" v="14033" actId="207"/>
          <ac:grpSpMkLst>
            <pc:docMk/>
            <pc:sldMk cId="1138855634" sldId="258"/>
            <ac:grpSpMk id="15" creationId="{A3510684-1DC2-0581-69CA-81260442EA6B}"/>
          </ac:grpSpMkLst>
        </pc:grpChg>
        <pc:grpChg chg="add mod">
          <ac:chgData name="Avinash Madavan" userId="7e28293f14d4a57b" providerId="LiveId" clId="{A85075AC-B33D-4543-8C2B-79FAE5E938A8}" dt="2023-11-23T00:02:09.876" v="14033" actId="207"/>
          <ac:grpSpMkLst>
            <pc:docMk/>
            <pc:sldMk cId="1138855634" sldId="258"/>
            <ac:grpSpMk id="16" creationId="{1E25A5EE-5453-ECAB-F0A9-CE1786A4541D}"/>
          </ac:grpSpMkLst>
        </pc:grpChg>
        <pc:grpChg chg="add mod">
          <ac:chgData name="Avinash Madavan" userId="7e28293f14d4a57b" providerId="LiveId" clId="{A85075AC-B33D-4543-8C2B-79FAE5E938A8}" dt="2023-11-23T00:02:09.876" v="14033" actId="207"/>
          <ac:grpSpMkLst>
            <pc:docMk/>
            <pc:sldMk cId="1138855634" sldId="258"/>
            <ac:grpSpMk id="21" creationId="{601AF6C8-509E-1608-FF0A-01EC9C8E46CB}"/>
          </ac:grpSpMkLst>
        </pc:grpChg>
        <pc:graphicFrameChg chg="mod modGraphic">
          <ac:chgData name="Avinash Madavan" userId="7e28293f14d4a57b" providerId="LiveId" clId="{A85075AC-B33D-4543-8C2B-79FAE5E938A8}" dt="2023-11-23T00:02:39.354" v="14035" actId="207"/>
          <ac:graphicFrameMkLst>
            <pc:docMk/>
            <pc:sldMk cId="1138855634" sldId="258"/>
            <ac:graphicFrameMk id="5" creationId="{134DE708-4F74-4394-7F0C-A8C8B85ED8E2}"/>
          </ac:graphicFrameMkLst>
        </pc:graphicFrameChg>
        <pc:picChg chg="add del mod">
          <ac:chgData name="Avinash Madavan" userId="7e28293f14d4a57b" providerId="LiveId" clId="{A85075AC-B33D-4543-8C2B-79FAE5E938A8}" dt="2023-11-22T02:26:40.296" v="2238" actId="931"/>
          <ac:picMkLst>
            <pc:docMk/>
            <pc:sldMk cId="1138855634" sldId="258"/>
            <ac:picMk id="4" creationId="{3FFF219B-A32B-153C-9EDB-B1B1ED1DC3E0}"/>
          </ac:picMkLst>
        </pc:picChg>
        <pc:picChg chg="add del mod">
          <ac:chgData name="Avinash Madavan" userId="7e28293f14d4a57b" providerId="LiveId" clId="{A85075AC-B33D-4543-8C2B-79FAE5E938A8}" dt="2023-11-22T23:35:35.651" v="13600" actId="478"/>
          <ac:picMkLst>
            <pc:docMk/>
            <pc:sldMk cId="1138855634" sldId="258"/>
            <ac:picMk id="4" creationId="{7A99CE80-4725-D08E-AAD4-566746721882}"/>
          </ac:picMkLst>
        </pc:picChg>
        <pc:picChg chg="add del mod">
          <ac:chgData name="Avinash Madavan" userId="7e28293f14d4a57b" providerId="LiveId" clId="{A85075AC-B33D-4543-8C2B-79FAE5E938A8}" dt="2023-11-22T02:27:32.422" v="2243" actId="478"/>
          <ac:picMkLst>
            <pc:docMk/>
            <pc:sldMk cId="1138855634" sldId="258"/>
            <ac:picMk id="7" creationId="{1380B2C6-CA9D-6B12-2CAF-82ECF7198F7A}"/>
          </ac:picMkLst>
        </pc:picChg>
        <pc:picChg chg="add mod topLvl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7" creationId="{BE263C65-56B8-619A-4061-CE5018360FBC}"/>
          </ac:picMkLst>
        </pc:picChg>
        <pc:picChg chg="add del mod ord">
          <ac:chgData name="Avinash Madavan" userId="7e28293f14d4a57b" providerId="LiveId" clId="{A85075AC-B33D-4543-8C2B-79FAE5E938A8}" dt="2023-11-22T23:36:22.051" v="13606" actId="478"/>
          <ac:picMkLst>
            <pc:docMk/>
            <pc:sldMk cId="1138855634" sldId="258"/>
            <ac:picMk id="9" creationId="{B0ADEA32-0C3F-5BEA-007C-FD9D0FAB500E}"/>
          </ac:picMkLst>
        </pc:picChg>
        <pc:picChg chg="add mod topLvl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0" creationId="{AB360981-6CE7-20EE-E6FA-AA641F37E1FA}"/>
          </ac:picMkLst>
        </pc:picChg>
        <pc:picChg chg="add del mod">
          <ac:chgData name="Avinash Madavan" userId="7e28293f14d4a57b" providerId="LiveId" clId="{A85075AC-B33D-4543-8C2B-79FAE5E938A8}" dt="2023-11-22T02:27:52.436" v="2247" actId="478"/>
          <ac:picMkLst>
            <pc:docMk/>
            <pc:sldMk cId="1138855634" sldId="258"/>
            <ac:picMk id="11" creationId="{AE210D0A-3DB9-BA22-87CB-993767A85105}"/>
          </ac:picMkLst>
        </pc:picChg>
        <pc:picChg chg="add mod topLvl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2" creationId="{32250D58-65CC-0D36-3172-D9D587953ED3}"/>
          </ac:picMkLst>
        </pc:picChg>
        <pc:picChg chg="add mod topLvl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4" creationId="{6C53AC84-10A1-FABB-6EEA-F77360B885C2}"/>
          </ac:picMkLst>
        </pc:picChg>
        <pc:picChg chg="mod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7" creationId="{CDEB3BAE-11B2-39A4-71E2-A39816BAF658}"/>
          </ac:picMkLst>
        </pc:picChg>
        <pc:picChg chg="mod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8" creationId="{991CA548-BA0A-28FD-9072-EFEAFF57EBDF}"/>
          </ac:picMkLst>
        </pc:picChg>
        <pc:picChg chg="mod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19" creationId="{53BF8CC1-9A43-82F7-F5B8-295E4F7F6198}"/>
          </ac:picMkLst>
        </pc:picChg>
        <pc:picChg chg="mod">
          <ac:chgData name="Avinash Madavan" userId="7e28293f14d4a57b" providerId="LiveId" clId="{A85075AC-B33D-4543-8C2B-79FAE5E938A8}" dt="2023-11-23T00:02:09.876" v="14033" actId="207"/>
          <ac:picMkLst>
            <pc:docMk/>
            <pc:sldMk cId="1138855634" sldId="258"/>
            <ac:picMk id="20" creationId="{074EF065-8F31-67C3-168D-D123D4F0F076}"/>
          </ac:picMkLst>
        </pc:picChg>
      </pc:sldChg>
      <pc:sldChg chg="addSp delSp modSp del mod modShow">
        <pc:chgData name="Avinash Madavan" userId="7e28293f14d4a57b" providerId="LiveId" clId="{A85075AC-B33D-4543-8C2B-79FAE5E938A8}" dt="2023-11-22T03:22:10.946" v="2604" actId="47"/>
        <pc:sldMkLst>
          <pc:docMk/>
          <pc:sldMk cId="2978344501" sldId="259"/>
        </pc:sldMkLst>
        <pc:spChg chg="add del mod">
          <ac:chgData name="Avinash Madavan" userId="7e28293f14d4a57b" providerId="LiveId" clId="{A85075AC-B33D-4543-8C2B-79FAE5E938A8}" dt="2023-11-22T02:23:16.644" v="2204" actId="478"/>
          <ac:spMkLst>
            <pc:docMk/>
            <pc:sldMk cId="2978344501" sldId="259"/>
            <ac:spMk id="3" creationId="{E87CF45F-588D-9ED7-4773-BDBD88798F83}"/>
          </ac:spMkLst>
        </pc:spChg>
        <pc:spChg chg="add del mod">
          <ac:chgData name="Avinash Madavan" userId="7e28293f14d4a57b" providerId="LiveId" clId="{A85075AC-B33D-4543-8C2B-79FAE5E938A8}" dt="2023-11-22T02:23:16.644" v="2204" actId="478"/>
          <ac:spMkLst>
            <pc:docMk/>
            <pc:sldMk cId="2978344501" sldId="259"/>
            <ac:spMk id="4" creationId="{B1C0852C-7E35-D138-20E0-B8852A3E7A0A}"/>
          </ac:spMkLst>
        </pc:spChg>
        <pc:spChg chg="add del mod">
          <ac:chgData name="Avinash Madavan" userId="7e28293f14d4a57b" providerId="LiveId" clId="{A85075AC-B33D-4543-8C2B-79FAE5E938A8}" dt="2023-11-22T02:23:16.644" v="2204" actId="478"/>
          <ac:spMkLst>
            <pc:docMk/>
            <pc:sldMk cId="2978344501" sldId="259"/>
            <ac:spMk id="5" creationId="{E6C81E4C-0EF8-94AF-8022-C37B6978F650}"/>
          </ac:spMkLst>
        </pc:spChg>
        <pc:spChg chg="mod">
          <ac:chgData name="Avinash Madavan" userId="7e28293f14d4a57b" providerId="LiveId" clId="{A85075AC-B33D-4543-8C2B-79FAE5E938A8}" dt="2023-11-22T02:24:10.463" v="2225" actId="2711"/>
          <ac:spMkLst>
            <pc:docMk/>
            <pc:sldMk cId="2978344501" sldId="259"/>
            <ac:spMk id="9" creationId="{D8EAC4FD-CE16-B301-FE1C-FB69A2A4C5AA}"/>
          </ac:spMkLst>
        </pc:spChg>
        <pc:spChg chg="mod">
          <ac:chgData name="Avinash Madavan" userId="7e28293f14d4a57b" providerId="LiveId" clId="{A85075AC-B33D-4543-8C2B-79FAE5E938A8}" dt="2023-11-22T02:24:12.843" v="2226" actId="2711"/>
          <ac:spMkLst>
            <pc:docMk/>
            <pc:sldMk cId="2978344501" sldId="259"/>
            <ac:spMk id="10" creationId="{1B057025-52EF-3D9F-CAA8-6600178510B3}"/>
          </ac:spMkLst>
        </pc:spChg>
        <pc:spChg chg="mod">
          <ac:chgData name="Avinash Madavan" userId="7e28293f14d4a57b" providerId="LiveId" clId="{A85075AC-B33D-4543-8C2B-79FAE5E938A8}" dt="2023-11-22T02:24:16.044" v="2227" actId="2711"/>
          <ac:spMkLst>
            <pc:docMk/>
            <pc:sldMk cId="2978344501" sldId="259"/>
            <ac:spMk id="15" creationId="{FC376B7D-DF98-33AE-0633-83EEC64F04B6}"/>
          </ac:spMkLst>
        </pc:spChg>
        <pc:spChg chg="mod">
          <ac:chgData name="Avinash Madavan" userId="7e28293f14d4a57b" providerId="LiveId" clId="{A85075AC-B33D-4543-8C2B-79FAE5E938A8}" dt="2023-11-22T01:47:15.311" v="1639" actId="1076"/>
          <ac:spMkLst>
            <pc:docMk/>
            <pc:sldMk cId="2978344501" sldId="259"/>
            <ac:spMk id="23" creationId="{D975052E-C2DD-5F71-42B4-B12FAF2EEC4C}"/>
          </ac:spMkLst>
        </pc:spChg>
        <pc:spChg chg="mod">
          <ac:chgData name="Avinash Madavan" userId="7e28293f14d4a57b" providerId="LiveId" clId="{A85075AC-B33D-4543-8C2B-79FAE5E938A8}" dt="2023-11-22T02:08:29.273" v="1965" actId="1035"/>
          <ac:spMkLst>
            <pc:docMk/>
            <pc:sldMk cId="2978344501" sldId="259"/>
            <ac:spMk id="30" creationId="{DBC379D1-C3D4-75EA-337E-2CDF54A4474B}"/>
          </ac:spMkLst>
        </pc:spChg>
        <pc:spChg chg="mod">
          <ac:chgData name="Avinash Madavan" userId="7e28293f14d4a57b" providerId="LiveId" clId="{A85075AC-B33D-4543-8C2B-79FAE5E938A8}" dt="2023-11-22T02:08:29.273" v="1965" actId="1035"/>
          <ac:spMkLst>
            <pc:docMk/>
            <pc:sldMk cId="2978344501" sldId="259"/>
            <ac:spMk id="31" creationId="{7DBAAED2-E399-F84F-F0E4-F2964F3C501E}"/>
          </ac:spMkLst>
        </pc:spChg>
        <pc:spChg chg="mod">
          <ac:chgData name="Avinash Madavan" userId="7e28293f14d4a57b" providerId="LiveId" clId="{A85075AC-B33D-4543-8C2B-79FAE5E938A8}" dt="2023-11-22T02:11:02.404" v="2011" actId="14100"/>
          <ac:spMkLst>
            <pc:docMk/>
            <pc:sldMk cId="2978344501" sldId="259"/>
            <ac:spMk id="32" creationId="{F10EDEC1-6F57-935C-E6C8-1306EF5BE8F8}"/>
          </ac:spMkLst>
        </pc:spChg>
        <pc:grpChg chg="mod">
          <ac:chgData name="Avinash Madavan" userId="7e28293f14d4a57b" providerId="LiveId" clId="{A85075AC-B33D-4543-8C2B-79FAE5E938A8}" dt="2023-11-22T02:08:29.273" v="1965" actId="1035"/>
          <ac:grpSpMkLst>
            <pc:docMk/>
            <pc:sldMk cId="2978344501" sldId="259"/>
            <ac:grpSpMk id="27" creationId="{4C2A232A-5303-FB05-9EB6-EE4C94E9575D}"/>
          </ac:grpSpMkLst>
        </pc:grpChg>
      </pc:sldChg>
      <pc:sldChg chg="addSp delSp modSp mod ord modAnim modNotesTx">
        <pc:chgData name="Avinash Madavan" userId="7e28293f14d4a57b" providerId="LiveId" clId="{A85075AC-B33D-4543-8C2B-79FAE5E938A8}" dt="2023-11-23T00:26:46.111" v="14081" actId="20577"/>
        <pc:sldMkLst>
          <pc:docMk/>
          <pc:sldMk cId="843876216" sldId="261"/>
        </pc:sldMkLst>
        <pc:spChg chg="mod">
          <ac:chgData name="Avinash Madavan" userId="7e28293f14d4a57b" providerId="LiveId" clId="{A85075AC-B33D-4543-8C2B-79FAE5E938A8}" dt="2023-11-22T02:30:58.170" v="2262" actId="2711"/>
          <ac:spMkLst>
            <pc:docMk/>
            <pc:sldMk cId="843876216" sldId="261"/>
            <ac:spMk id="2" creationId="{9E52E993-0765-4F87-4C4A-2FCE325E900B}"/>
          </ac:spMkLst>
        </pc:spChg>
        <pc:spChg chg="mod">
          <ac:chgData name="Avinash Madavan" userId="7e28293f14d4a57b" providerId="LiveId" clId="{A85075AC-B33D-4543-8C2B-79FAE5E938A8}" dt="2023-11-22T23:50:52.157" v="13786" actId="404"/>
          <ac:spMkLst>
            <pc:docMk/>
            <pc:sldMk cId="843876216" sldId="261"/>
            <ac:spMk id="5" creationId="{9F2840AC-6B66-FCA8-27A9-9DA5F66C75AF}"/>
          </ac:spMkLst>
        </pc:spChg>
        <pc:spChg chg="mod topLvl">
          <ac:chgData name="Avinash Madavan" userId="7e28293f14d4a57b" providerId="LiveId" clId="{A85075AC-B33D-4543-8C2B-79FAE5E938A8}" dt="2023-11-22T23:50:52.157" v="13786" actId="404"/>
          <ac:spMkLst>
            <pc:docMk/>
            <pc:sldMk cId="843876216" sldId="261"/>
            <ac:spMk id="7" creationId="{6827BA2A-038E-1972-CFB8-E45E1FB50234}"/>
          </ac:spMkLst>
        </pc:spChg>
        <pc:spChg chg="mod topLvl">
          <ac:chgData name="Avinash Madavan" userId="7e28293f14d4a57b" providerId="LiveId" clId="{A85075AC-B33D-4543-8C2B-79FAE5E938A8}" dt="2023-11-22T23:51:00.773" v="13788" actId="404"/>
          <ac:spMkLst>
            <pc:docMk/>
            <pc:sldMk cId="843876216" sldId="261"/>
            <ac:spMk id="8" creationId="{42A6F3AC-3DF4-91CE-2853-8D4EF1C024B0}"/>
          </ac:spMkLst>
        </pc:spChg>
        <pc:spChg chg="mod">
          <ac:chgData name="Avinash Madavan" userId="7e28293f14d4a57b" providerId="LiveId" clId="{A85075AC-B33D-4543-8C2B-79FAE5E938A8}" dt="2023-11-22T23:51:00.773" v="13788" actId="404"/>
          <ac:spMkLst>
            <pc:docMk/>
            <pc:sldMk cId="843876216" sldId="261"/>
            <ac:spMk id="9" creationId="{B01D7AD7-AC96-7808-72C8-08AB55713450}"/>
          </ac:spMkLst>
        </pc:spChg>
        <pc:spChg chg="mod topLvl">
          <ac:chgData name="Avinash Madavan" userId="7e28293f14d4a57b" providerId="LiveId" clId="{A85075AC-B33D-4543-8C2B-79FAE5E938A8}" dt="2023-11-22T23:50:57.792" v="13787" actId="404"/>
          <ac:spMkLst>
            <pc:docMk/>
            <pc:sldMk cId="843876216" sldId="261"/>
            <ac:spMk id="14" creationId="{ACBBE8B9-F786-F3DE-AF5E-35B1D7938C94}"/>
          </ac:spMkLst>
        </pc:spChg>
        <pc:spChg chg="mod topLvl">
          <ac:chgData name="Avinash Madavan" userId="7e28293f14d4a57b" providerId="LiveId" clId="{A85075AC-B33D-4543-8C2B-79FAE5E938A8}" dt="2023-11-22T23:50:57.792" v="13787" actId="404"/>
          <ac:spMkLst>
            <pc:docMk/>
            <pc:sldMk cId="843876216" sldId="261"/>
            <ac:spMk id="15" creationId="{8596B92E-FFE3-DA69-9FA1-C83D2915540B}"/>
          </ac:spMkLst>
        </pc:spChg>
        <pc:spChg chg="mod topLvl">
          <ac:chgData name="Avinash Madavan" userId="7e28293f14d4a57b" providerId="LiveId" clId="{A85075AC-B33D-4543-8C2B-79FAE5E938A8}" dt="2023-11-22T23:50:30.394" v="13782" actId="2711"/>
          <ac:spMkLst>
            <pc:docMk/>
            <pc:sldMk cId="843876216" sldId="261"/>
            <ac:spMk id="16" creationId="{473C91A0-2440-47FB-C12C-8EF82533C585}"/>
          </ac:spMkLst>
        </pc:spChg>
        <pc:spChg chg="mod topLvl">
          <ac:chgData name="Avinash Madavan" userId="7e28293f14d4a57b" providerId="LiveId" clId="{A85075AC-B33D-4543-8C2B-79FAE5E938A8}" dt="2023-11-22T21:36:03.408" v="13080" actId="207"/>
          <ac:spMkLst>
            <pc:docMk/>
            <pc:sldMk cId="843876216" sldId="261"/>
            <ac:spMk id="17" creationId="{3902180D-9807-6EAC-6924-6FC2C1080BE6}"/>
          </ac:spMkLst>
        </pc:spChg>
        <pc:spChg chg="mod topLvl">
          <ac:chgData name="Avinash Madavan" userId="7e28293f14d4a57b" providerId="LiveId" clId="{A85075AC-B33D-4543-8C2B-79FAE5E938A8}" dt="2023-11-22T23:51:49.738" v="13795" actId="20577"/>
          <ac:spMkLst>
            <pc:docMk/>
            <pc:sldMk cId="843876216" sldId="261"/>
            <ac:spMk id="20" creationId="{ADA7931B-BE61-5883-E6C8-47470E6971B8}"/>
          </ac:spMkLst>
        </pc:spChg>
        <pc:spChg chg="mod topLvl">
          <ac:chgData name="Avinash Madavan" userId="7e28293f14d4a57b" providerId="LiveId" clId="{A85075AC-B33D-4543-8C2B-79FAE5E938A8}" dt="2023-11-22T23:51:55.069" v="13797" actId="20577"/>
          <ac:spMkLst>
            <pc:docMk/>
            <pc:sldMk cId="843876216" sldId="261"/>
            <ac:spMk id="21" creationId="{59C1380A-C722-42DC-A62D-9AD45818D237}"/>
          </ac:spMkLst>
        </pc:spChg>
        <pc:spChg chg="mod topLvl">
          <ac:chgData name="Avinash Madavan" userId="7e28293f14d4a57b" providerId="LiveId" clId="{A85075AC-B33D-4543-8C2B-79FAE5E938A8}" dt="2023-11-22T23:51:52.370" v="13796" actId="20577"/>
          <ac:spMkLst>
            <pc:docMk/>
            <pc:sldMk cId="843876216" sldId="261"/>
            <ac:spMk id="22" creationId="{47027CE3-31CB-17C2-9217-D1D422122356}"/>
          </ac:spMkLst>
        </pc:spChg>
        <pc:spChg chg="mod topLvl">
          <ac:chgData name="Avinash Madavan" userId="7e28293f14d4a57b" providerId="LiveId" clId="{A85075AC-B33D-4543-8C2B-79FAE5E938A8}" dt="2023-11-22T23:51:57.322" v="13798" actId="20577"/>
          <ac:spMkLst>
            <pc:docMk/>
            <pc:sldMk cId="843876216" sldId="261"/>
            <ac:spMk id="24" creationId="{7A798E65-67A2-3BAB-EAEF-D9433F33BB48}"/>
          </ac:spMkLst>
        </pc:spChg>
        <pc:grpChg chg="add del mod">
          <ac:chgData name="Avinash Madavan" userId="7e28293f14d4a57b" providerId="LiveId" clId="{A85075AC-B33D-4543-8C2B-79FAE5E938A8}" dt="2023-11-22T02:01:00.023" v="1808" actId="165"/>
          <ac:grpSpMkLst>
            <pc:docMk/>
            <pc:sldMk cId="843876216" sldId="261"/>
            <ac:grpSpMk id="3" creationId="{8CBDAA60-1F84-E936-9117-A5C154130705}"/>
          </ac:grpSpMkLst>
        </pc:grpChg>
        <pc:grpChg chg="add mod">
          <ac:chgData name="Avinash Madavan" userId="7e28293f14d4a57b" providerId="LiveId" clId="{A85075AC-B33D-4543-8C2B-79FAE5E938A8}" dt="2023-11-22T23:50:52.157" v="13786" actId="404"/>
          <ac:grpSpMkLst>
            <pc:docMk/>
            <pc:sldMk cId="843876216" sldId="261"/>
            <ac:grpSpMk id="3" creationId="{E8EA4092-98D2-F9D1-F8B1-B4770E168D4B}"/>
          </ac:grpSpMkLst>
        </pc:grpChg>
        <pc:grpChg chg="add mod">
          <ac:chgData name="Avinash Madavan" userId="7e28293f14d4a57b" providerId="LiveId" clId="{A85075AC-B33D-4543-8C2B-79FAE5E938A8}" dt="2023-11-22T23:51:00.773" v="13788" actId="404"/>
          <ac:grpSpMkLst>
            <pc:docMk/>
            <pc:sldMk cId="843876216" sldId="261"/>
            <ac:grpSpMk id="4" creationId="{1FD55CB0-70BD-0CC8-2A9D-1659EE0156E1}"/>
          </ac:grpSpMkLst>
        </pc:grpChg>
        <pc:grpChg chg="add del mod">
          <ac:chgData name="Avinash Madavan" userId="7e28293f14d4a57b" providerId="LiveId" clId="{A85075AC-B33D-4543-8C2B-79FAE5E938A8}" dt="2023-11-22T02:00:56.458" v="1807" actId="165"/>
          <ac:grpSpMkLst>
            <pc:docMk/>
            <pc:sldMk cId="843876216" sldId="261"/>
            <ac:grpSpMk id="4" creationId="{3410E236-B461-E01A-89EA-DBC1C9C8C65B}"/>
          </ac:grpSpMkLst>
        </pc:grpChg>
        <pc:grpChg chg="add mod topLvl">
          <ac:chgData name="Avinash Madavan" userId="7e28293f14d4a57b" providerId="LiveId" clId="{A85075AC-B33D-4543-8C2B-79FAE5E938A8}" dt="2023-11-22T23:50:52.157" v="13786" actId="404"/>
          <ac:grpSpMkLst>
            <pc:docMk/>
            <pc:sldMk cId="843876216" sldId="261"/>
            <ac:grpSpMk id="6" creationId="{F98EC948-F788-6364-72DA-34E00A5A0E24}"/>
          </ac:grpSpMkLst>
        </pc:grpChg>
        <pc:grpChg chg="add mod topLvl">
          <ac:chgData name="Avinash Madavan" userId="7e28293f14d4a57b" providerId="LiveId" clId="{A85075AC-B33D-4543-8C2B-79FAE5E938A8}" dt="2023-11-22T23:50:57.792" v="13787" actId="404"/>
          <ac:grpSpMkLst>
            <pc:docMk/>
            <pc:sldMk cId="843876216" sldId="261"/>
            <ac:grpSpMk id="10" creationId="{9FF0DCCD-44A0-42C6-D519-0BBB9B7F9BB9}"/>
          </ac:grpSpMkLst>
        </pc:grpChg>
        <pc:grpChg chg="add mod topLvl">
          <ac:chgData name="Avinash Madavan" userId="7e28293f14d4a57b" providerId="LiveId" clId="{A85075AC-B33D-4543-8C2B-79FAE5E938A8}" dt="2023-11-22T23:51:00.773" v="13788" actId="404"/>
          <ac:grpSpMkLst>
            <pc:docMk/>
            <pc:sldMk cId="843876216" sldId="261"/>
            <ac:grpSpMk id="11" creationId="{1DA44056-62A6-0679-D505-C83FCBD6DD67}"/>
          </ac:grpSpMkLst>
        </pc:grpChg>
        <pc:grpChg chg="add mod">
          <ac:chgData name="Avinash Madavan" userId="7e28293f14d4a57b" providerId="LiveId" clId="{A85075AC-B33D-4543-8C2B-79FAE5E938A8}" dt="2023-11-22T02:03:56.052" v="1859" actId="164"/>
          <ac:grpSpMkLst>
            <pc:docMk/>
            <pc:sldMk cId="843876216" sldId="261"/>
            <ac:grpSpMk id="12" creationId="{5251A8A5-6BE3-8C9D-28B8-FE3F0CBD00CA}"/>
          </ac:grpSpMkLst>
        </pc:grpChg>
        <pc:grpChg chg="add del mod">
          <ac:chgData name="Avinash Madavan" userId="7e28293f14d4a57b" providerId="LiveId" clId="{A85075AC-B33D-4543-8C2B-79FAE5E938A8}" dt="2023-11-22T21:21:47.923" v="12188" actId="165"/>
          <ac:grpSpMkLst>
            <pc:docMk/>
            <pc:sldMk cId="843876216" sldId="261"/>
            <ac:grpSpMk id="13" creationId="{F2435D99-3F13-B7A9-D4CF-5BBA6221601A}"/>
          </ac:grpSpMkLst>
        </pc:grpChg>
        <pc:grpChg chg="add del mod">
          <ac:chgData name="Avinash Madavan" userId="7e28293f14d4a57b" providerId="LiveId" clId="{A85075AC-B33D-4543-8C2B-79FAE5E938A8}" dt="2023-11-22T21:23:43.557" v="12214" actId="165"/>
          <ac:grpSpMkLst>
            <pc:docMk/>
            <pc:sldMk cId="843876216" sldId="261"/>
            <ac:grpSpMk id="18" creationId="{18C5A255-DDF6-7FB5-A3ED-E36A402F9882}"/>
          </ac:grpSpMkLst>
        </pc:grpChg>
        <pc:grpChg chg="add del mod">
          <ac:chgData name="Avinash Madavan" userId="7e28293f14d4a57b" providerId="LiveId" clId="{A85075AC-B33D-4543-8C2B-79FAE5E938A8}" dt="2023-11-22T21:22:38.543" v="12196" actId="165"/>
          <ac:grpSpMkLst>
            <pc:docMk/>
            <pc:sldMk cId="843876216" sldId="261"/>
            <ac:grpSpMk id="19" creationId="{C91BDA87-5C1D-8A89-6D0B-60BAB5F82951}"/>
          </ac:grpSpMkLst>
        </pc:grpChg>
        <pc:grpChg chg="add mod">
          <ac:chgData name="Avinash Madavan" userId="7e28293f14d4a57b" providerId="LiveId" clId="{A85075AC-B33D-4543-8C2B-79FAE5E938A8}" dt="2023-11-22T03:39:10.100" v="2685" actId="1036"/>
          <ac:grpSpMkLst>
            <pc:docMk/>
            <pc:sldMk cId="843876216" sldId="261"/>
            <ac:grpSpMk id="23" creationId="{2276D9E2-9821-7E95-8CC9-CC32D0B0579C}"/>
          </ac:grpSpMkLst>
        </pc:grpChg>
        <pc:grpChg chg="add mod">
          <ac:chgData name="Avinash Madavan" userId="7e28293f14d4a57b" providerId="LiveId" clId="{A85075AC-B33D-4543-8C2B-79FAE5E938A8}" dt="2023-11-22T23:50:57.792" v="13787" actId="404"/>
          <ac:grpSpMkLst>
            <pc:docMk/>
            <pc:sldMk cId="843876216" sldId="261"/>
            <ac:grpSpMk id="25" creationId="{2CC19FE0-D8CB-5532-B071-C8A9C14E950D}"/>
          </ac:grpSpMkLst>
        </pc:grpChg>
        <pc:picChg chg="mod topLvl">
          <ac:chgData name="Avinash Madavan" userId="7e28293f14d4a57b" providerId="LiveId" clId="{A85075AC-B33D-4543-8C2B-79FAE5E938A8}" dt="2023-11-22T21:23:25.671" v="12206" actId="1037"/>
          <ac:picMkLst>
            <pc:docMk/>
            <pc:sldMk cId="843876216" sldId="261"/>
            <ac:picMk id="40" creationId="{98688796-3210-3C61-345A-06987E169CEB}"/>
          </ac:picMkLst>
        </pc:picChg>
        <pc:picChg chg="mod">
          <ac:chgData name="Avinash Madavan" userId="7e28293f14d4a57b" providerId="LiveId" clId="{A85075AC-B33D-4543-8C2B-79FAE5E938A8}" dt="2023-11-22T23:50:52.157" v="13786" actId="404"/>
          <ac:picMkLst>
            <pc:docMk/>
            <pc:sldMk cId="843876216" sldId="261"/>
            <ac:picMk id="56" creationId="{865D7360-1A67-5182-0A1E-03C1B4616FFB}"/>
          </ac:picMkLst>
        </pc:picChg>
        <pc:picChg chg="mod">
          <ac:chgData name="Avinash Madavan" userId="7e28293f14d4a57b" providerId="LiveId" clId="{A85075AC-B33D-4543-8C2B-79FAE5E938A8}" dt="2023-11-22T23:51:00.773" v="13788" actId="404"/>
          <ac:picMkLst>
            <pc:docMk/>
            <pc:sldMk cId="843876216" sldId="261"/>
            <ac:picMk id="59" creationId="{994B0FF9-8F11-E0E9-912E-D221C1816719}"/>
          </ac:picMkLst>
        </pc:picChg>
        <pc:picChg chg="mod topLvl">
          <ac:chgData name="Avinash Madavan" userId="7e28293f14d4a57b" providerId="LiveId" clId="{A85075AC-B33D-4543-8C2B-79FAE5E938A8}" dt="2023-11-22T23:50:57.792" v="13787" actId="404"/>
          <ac:picMkLst>
            <pc:docMk/>
            <pc:sldMk cId="843876216" sldId="261"/>
            <ac:picMk id="62" creationId="{AC5630EF-550C-AC47-7242-CF3C4D06C851}"/>
          </ac:picMkLst>
        </pc:picChg>
      </pc:sldChg>
      <pc:sldChg chg="modSp mod modNotesTx">
        <pc:chgData name="Avinash Madavan" userId="7e28293f14d4a57b" providerId="LiveId" clId="{A85075AC-B33D-4543-8C2B-79FAE5E938A8}" dt="2023-11-23T01:43:48.769" v="14747" actId="1076"/>
        <pc:sldMkLst>
          <pc:docMk/>
          <pc:sldMk cId="743785370" sldId="262"/>
        </pc:sldMkLst>
        <pc:spChg chg="mod">
          <ac:chgData name="Avinash Madavan" userId="7e28293f14d4a57b" providerId="LiveId" clId="{A85075AC-B33D-4543-8C2B-79FAE5E938A8}" dt="2023-11-22T23:59:35.023" v="13936" actId="20577"/>
          <ac:spMkLst>
            <pc:docMk/>
            <pc:sldMk cId="743785370" sldId="262"/>
            <ac:spMk id="2" creationId="{BBFE4407-FA78-A04B-AAF9-CEEFFF03F1EB}"/>
          </ac:spMkLst>
        </pc:spChg>
        <pc:spChg chg="mod">
          <ac:chgData name="Avinash Madavan" userId="7e28293f14d4a57b" providerId="LiveId" clId="{A85075AC-B33D-4543-8C2B-79FAE5E938A8}" dt="2023-11-23T01:43:30.587" v="14746" actId="3064"/>
          <ac:spMkLst>
            <pc:docMk/>
            <pc:sldMk cId="743785370" sldId="262"/>
            <ac:spMk id="15" creationId="{4FBA7F8A-C9E2-8756-F2C0-0F7EEEE7906C}"/>
          </ac:spMkLst>
        </pc:spChg>
        <pc:spChg chg="mod">
          <ac:chgData name="Avinash Madavan" userId="7e28293f14d4a57b" providerId="LiveId" clId="{A85075AC-B33D-4543-8C2B-79FAE5E938A8}" dt="2023-11-23T01:43:27.592" v="14745" actId="3064"/>
          <ac:spMkLst>
            <pc:docMk/>
            <pc:sldMk cId="743785370" sldId="262"/>
            <ac:spMk id="21" creationId="{8D72D4ED-B91E-7C96-0BE1-BEEB0F15C90B}"/>
          </ac:spMkLst>
        </pc:spChg>
        <pc:spChg chg="mod">
          <ac:chgData name="Avinash Madavan" userId="7e28293f14d4a57b" providerId="LiveId" clId="{A85075AC-B33D-4543-8C2B-79FAE5E938A8}" dt="2023-11-22T03:53:29.972" v="2931" actId="1076"/>
          <ac:spMkLst>
            <pc:docMk/>
            <pc:sldMk cId="743785370" sldId="262"/>
            <ac:spMk id="23" creationId="{0E73087D-D34D-186C-5EBF-D696A79D0056}"/>
          </ac:spMkLst>
        </pc:spChg>
        <pc:grpChg chg="mod">
          <ac:chgData name="Avinash Madavan" userId="7e28293f14d4a57b" providerId="LiveId" clId="{A85075AC-B33D-4543-8C2B-79FAE5E938A8}" dt="2023-11-22T23:59:12.630" v="13900" actId="14100"/>
          <ac:grpSpMkLst>
            <pc:docMk/>
            <pc:sldMk cId="743785370" sldId="262"/>
            <ac:grpSpMk id="13" creationId="{C7D36803-8322-3A14-2CB9-1D0D0D07E015}"/>
          </ac:grpSpMkLst>
        </pc:grpChg>
        <pc:picChg chg="mod">
          <ac:chgData name="Avinash Madavan" userId="7e28293f14d4a57b" providerId="LiveId" clId="{A85075AC-B33D-4543-8C2B-79FAE5E938A8}" dt="2023-11-23T01:43:48.769" v="14747" actId="1076"/>
          <ac:picMkLst>
            <pc:docMk/>
            <pc:sldMk cId="743785370" sldId="262"/>
            <ac:picMk id="19" creationId="{96A83CB6-2611-9421-847B-80A980BF6002}"/>
          </ac:picMkLst>
        </pc:picChg>
      </pc:sldChg>
      <pc:sldChg chg="addSp delSp modSp mod modNotesTx">
        <pc:chgData name="Avinash Madavan" userId="7e28293f14d4a57b" providerId="LiveId" clId="{A85075AC-B33D-4543-8C2B-79FAE5E938A8}" dt="2023-11-23T00:08:08.690" v="14047" actId="26606"/>
        <pc:sldMkLst>
          <pc:docMk/>
          <pc:sldMk cId="590495591" sldId="265"/>
        </pc:sldMkLst>
        <pc:spChg chg="mod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2" creationId="{0890785E-AC32-6E2B-7684-400274C390C3}"/>
          </ac:spMkLst>
        </pc:spChg>
        <pc:spChg chg="mod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4" creationId="{E860F644-8846-47D4-6EFA-7C79CF8FF27D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7" creationId="{46F1F2C8-798B-4CCE-A851-94AFAF350BED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14" creationId="{755E9CD0-04B0-4A3C-B291-AD913379C713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16" creationId="{1DD8BF3B-6066-418C-8D1A-75C5E396FC04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20" creationId="{80BC66F9-7A74-4286-AD22-1174052CC22C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22" creationId="{D8142CC3-2B5C-48E6-9DF0-6C8ACBAF23EF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31" creationId="{46A89C79-8EF3-4AF9-B3D9-59A883F41C83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35" creationId="{EFE5CE34-4543-42E5-B82C-1F3D12422CDD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36" creationId="{72AF41FE-63D7-4695-81D2-66D2510E4486}"/>
          </ac:spMkLst>
        </pc:spChg>
        <pc:spChg chg="add del">
          <ac:chgData name="Avinash Madavan" userId="7e28293f14d4a57b" providerId="LiveId" clId="{A85075AC-B33D-4543-8C2B-79FAE5E938A8}" dt="2023-11-23T00:08:05.706" v="14045" actId="26606"/>
          <ac:spMkLst>
            <pc:docMk/>
            <pc:sldMk cId="590495591" sldId="265"/>
            <ac:spMk id="39" creationId="{E91DC736-0EF8-4F87-9146-EBF1D2EE4D3D}"/>
          </ac:spMkLst>
        </pc:spChg>
        <pc:spChg chg="add del">
          <ac:chgData name="Avinash Madavan" userId="7e28293f14d4a57b" providerId="LiveId" clId="{A85075AC-B33D-4543-8C2B-79FAE5E938A8}" dt="2023-11-23T00:07:46.083" v="14041" actId="26606"/>
          <ac:spMkLst>
            <pc:docMk/>
            <pc:sldMk cId="590495591" sldId="265"/>
            <ac:spMk id="41" creationId="{BAD76F3E-3A97-486B-B402-44400A8B9173}"/>
          </ac:spMkLst>
        </pc:spChg>
        <pc:spChg chg="add del">
          <ac:chgData name="Avinash Madavan" userId="7e28293f14d4a57b" providerId="LiveId" clId="{A85075AC-B33D-4543-8C2B-79FAE5E938A8}" dt="2023-11-23T00:07:59.962" v="14043" actId="26606"/>
          <ac:spMkLst>
            <pc:docMk/>
            <pc:sldMk cId="590495591" sldId="265"/>
            <ac:spMk id="42" creationId="{06DA9DF9-31F7-4056-B42E-878CC92417B8}"/>
          </ac:spMkLst>
        </pc:spChg>
        <pc:spChg chg="add del">
          <ac:chgData name="Avinash Madavan" userId="7e28293f14d4a57b" providerId="LiveId" clId="{A85075AC-B33D-4543-8C2B-79FAE5E938A8}" dt="2023-11-23T00:07:46.083" v="14041" actId="26606"/>
          <ac:spMkLst>
            <pc:docMk/>
            <pc:sldMk cId="590495591" sldId="265"/>
            <ac:spMk id="43" creationId="{391F6B52-91F4-4AEB-B6DB-29FEBCF28C8B}"/>
          </ac:spMkLst>
        </pc:spChg>
        <pc:spChg chg="add del">
          <ac:chgData name="Avinash Madavan" userId="7e28293f14d4a57b" providerId="LiveId" clId="{A85075AC-B33D-4543-8C2B-79FAE5E938A8}" dt="2023-11-23T00:08:05.706" v="14045" actId="26606"/>
          <ac:spMkLst>
            <pc:docMk/>
            <pc:sldMk cId="590495591" sldId="265"/>
            <ac:spMk id="44" creationId="{097CD68E-23E3-4007-8847-CD0944C4F7BE}"/>
          </ac:spMkLst>
        </pc:spChg>
        <pc:spChg chg="add del">
          <ac:chgData name="Avinash Madavan" userId="7e28293f14d4a57b" providerId="LiveId" clId="{A85075AC-B33D-4543-8C2B-79FAE5E938A8}" dt="2023-11-23T00:07:46.083" v="14041" actId="26606"/>
          <ac:spMkLst>
            <pc:docMk/>
            <pc:sldMk cId="590495591" sldId="265"/>
            <ac:spMk id="45" creationId="{2CD6F061-7C53-44F4-9794-953DB70A451B}"/>
          </ac:spMkLst>
        </pc:spChg>
        <pc:spChg chg="add del">
          <ac:chgData name="Avinash Madavan" userId="7e28293f14d4a57b" providerId="LiveId" clId="{A85075AC-B33D-4543-8C2B-79FAE5E938A8}" dt="2023-11-23T00:08:05.706" v="14045" actId="26606"/>
          <ac:spMkLst>
            <pc:docMk/>
            <pc:sldMk cId="590495591" sldId="265"/>
            <ac:spMk id="46" creationId="{AF2F604E-43BE-4DC3-B983-E071523364F8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47" creationId="{E91DC736-0EF8-4F87-9146-EBF1D2EE4D3D}"/>
          </ac:spMkLst>
        </pc:spChg>
        <pc:spChg chg="add del">
          <ac:chgData name="Avinash Madavan" userId="7e28293f14d4a57b" providerId="LiveId" clId="{A85075AC-B33D-4543-8C2B-79FAE5E938A8}" dt="2023-11-23T00:08:05.706" v="14045" actId="26606"/>
          <ac:spMkLst>
            <pc:docMk/>
            <pc:sldMk cId="590495591" sldId="265"/>
            <ac:spMk id="48" creationId="{08C9B587-E65E-4B52-B37C-ABEBB6E87928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50" creationId="{097CD68E-23E3-4007-8847-CD0944C4F7BE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51" creationId="{AF2F604E-43BE-4DC3-B983-E071523364F8}"/>
          </ac:spMkLst>
        </pc:spChg>
        <pc:spChg chg="add del">
          <ac:chgData name="Avinash Madavan" userId="7e28293f14d4a57b" providerId="LiveId" clId="{A85075AC-B33D-4543-8C2B-79FAE5E938A8}" dt="2023-11-23T00:08:08.690" v="14047" actId="26606"/>
          <ac:spMkLst>
            <pc:docMk/>
            <pc:sldMk cId="590495591" sldId="265"/>
            <ac:spMk id="52" creationId="{08C9B587-E65E-4B52-B37C-ABEBB6E87928}"/>
          </ac:spMkLst>
        </pc:spChg>
        <pc:picChg chg="add del">
          <ac:chgData name="Avinash Madavan" userId="7e28293f14d4a57b" providerId="LiveId" clId="{A85075AC-B33D-4543-8C2B-79FAE5E938A8}" dt="2023-11-23T00:07:59.962" v="14043" actId="26606"/>
          <ac:picMkLst>
            <pc:docMk/>
            <pc:sldMk cId="590495591" sldId="265"/>
            <ac:picMk id="38" creationId="{5B187FAD-EBC2-463B-321A-B11F9CF9DD75}"/>
          </ac:picMkLst>
        </pc:picChg>
        <pc:picChg chg="add del">
          <ac:chgData name="Avinash Madavan" userId="7e28293f14d4a57b" providerId="LiveId" clId="{A85075AC-B33D-4543-8C2B-79FAE5E938A8}" dt="2023-11-23T00:08:05.706" v="14045" actId="26606"/>
          <ac:picMkLst>
            <pc:docMk/>
            <pc:sldMk cId="590495591" sldId="265"/>
            <ac:picMk id="40" creationId="{B8D99FCE-EF71-2FD4-5700-995B1C1378CB}"/>
          </ac:picMkLst>
        </pc:picChg>
        <pc:picChg chg="add del">
          <ac:chgData name="Avinash Madavan" userId="7e28293f14d4a57b" providerId="LiveId" clId="{A85075AC-B33D-4543-8C2B-79FAE5E938A8}" dt="2023-11-23T00:08:08.690" v="14047" actId="26606"/>
          <ac:picMkLst>
            <pc:docMk/>
            <pc:sldMk cId="590495591" sldId="265"/>
            <ac:picMk id="49" creationId="{B8D99FCE-EF71-2FD4-5700-995B1C1378CB}"/>
          </ac:picMkLst>
        </pc:picChg>
        <pc:cxnChg chg="add del">
          <ac:chgData name="Avinash Madavan" userId="7e28293f14d4a57b" providerId="LiveId" clId="{A85075AC-B33D-4543-8C2B-79FAE5E938A8}" dt="2023-11-23T00:08:08.690" v="14047" actId="26606"/>
          <ac:cxnSpMkLst>
            <pc:docMk/>
            <pc:sldMk cId="590495591" sldId="265"/>
            <ac:cxnSpMk id="29" creationId="{7B2D303B-3DD0-4319-9EAD-361847FEC71D}"/>
          </ac:cxnSpMkLst>
        </pc:cxnChg>
      </pc:sldChg>
      <pc:sldChg chg="modSp mod">
        <pc:chgData name="Avinash Madavan" userId="7e28293f14d4a57b" providerId="LiveId" clId="{A85075AC-B33D-4543-8C2B-79FAE5E938A8}" dt="2023-11-22T02:40:58.964" v="2418" actId="403"/>
        <pc:sldMkLst>
          <pc:docMk/>
          <pc:sldMk cId="3398108045" sldId="266"/>
        </pc:sldMkLst>
        <pc:spChg chg="mod">
          <ac:chgData name="Avinash Madavan" userId="7e28293f14d4a57b" providerId="LiveId" clId="{A85075AC-B33D-4543-8C2B-79FAE5E938A8}" dt="2023-11-22T02:40:58.964" v="2418" actId="403"/>
          <ac:spMkLst>
            <pc:docMk/>
            <pc:sldMk cId="3398108045" sldId="266"/>
            <ac:spMk id="2" creationId="{EF3B6BBB-DBA3-C2C6-3E8E-A69764C5021E}"/>
          </ac:spMkLst>
        </pc:spChg>
        <pc:spChg chg="mod">
          <ac:chgData name="Avinash Madavan" userId="7e28293f14d4a57b" providerId="LiveId" clId="{A85075AC-B33D-4543-8C2B-79FAE5E938A8}" dt="2023-11-22T02:40:47.010" v="2415" actId="2711"/>
          <ac:spMkLst>
            <pc:docMk/>
            <pc:sldMk cId="3398108045" sldId="266"/>
            <ac:spMk id="4" creationId="{10DFF9AE-4F41-AA2B-9FCE-50025FC7D2EF}"/>
          </ac:spMkLst>
        </pc:spChg>
      </pc:sldChg>
      <pc:sldChg chg="addSp delSp modSp mod modNotesTx">
        <pc:chgData name="Avinash Madavan" userId="7e28293f14d4a57b" providerId="LiveId" clId="{A85075AC-B33D-4543-8C2B-79FAE5E938A8}" dt="2023-11-23T00:50:02.604" v="14086" actId="20577"/>
        <pc:sldMkLst>
          <pc:docMk/>
          <pc:sldMk cId="3488184347" sldId="267"/>
        </pc:sldMkLst>
        <pc:spChg chg="add del">
          <ac:chgData name="Avinash Madavan" userId="7e28293f14d4a57b" providerId="LiveId" clId="{A85075AC-B33D-4543-8C2B-79FAE5E938A8}" dt="2023-11-22T23:46:25.104" v="13743" actId="11529"/>
          <ac:spMkLst>
            <pc:docMk/>
            <pc:sldMk cId="3488184347" sldId="267"/>
            <ac:spMk id="2" creationId="{17004283-7054-BBF6-80F2-98DA5DC36B9C}"/>
          </ac:spMkLst>
        </pc:spChg>
        <pc:spChg chg="add mod">
          <ac:chgData name="Avinash Madavan" userId="7e28293f14d4a57b" providerId="LiveId" clId="{A85075AC-B33D-4543-8C2B-79FAE5E938A8}" dt="2023-11-22T23:48:01.630" v="13774" actId="207"/>
          <ac:spMkLst>
            <pc:docMk/>
            <pc:sldMk cId="3488184347" sldId="267"/>
            <ac:spMk id="3" creationId="{C7D4CEFA-6E2B-F220-BC6E-BD1A14336267}"/>
          </ac:spMkLst>
        </pc:spChg>
        <pc:spChg chg="mod">
          <ac:chgData name="Avinash Madavan" userId="7e28293f14d4a57b" providerId="LiveId" clId="{A85075AC-B33D-4543-8C2B-79FAE5E938A8}" dt="2023-11-22T02:31:13.180" v="2264" actId="2711"/>
          <ac:spMkLst>
            <pc:docMk/>
            <pc:sldMk cId="3488184347" sldId="267"/>
            <ac:spMk id="4" creationId="{B5417903-6C43-57A1-2CA0-9C18E328117A}"/>
          </ac:spMkLst>
        </pc:spChg>
        <pc:spChg chg="mod">
          <ac:chgData name="Avinash Madavan" userId="7e28293f14d4a57b" providerId="LiveId" clId="{A85075AC-B33D-4543-8C2B-79FAE5E938A8}" dt="2023-11-23T00:04:57.503" v="14038" actId="403"/>
          <ac:spMkLst>
            <pc:docMk/>
            <pc:sldMk cId="3488184347" sldId="267"/>
            <ac:spMk id="5" creationId="{F74CE60F-E319-33B3-838B-8A0FF5B96661}"/>
          </ac:spMkLst>
        </pc:spChg>
        <pc:spChg chg="mod">
          <ac:chgData name="Avinash Madavan" userId="7e28293f14d4a57b" providerId="LiveId" clId="{A85075AC-B33D-4543-8C2B-79FAE5E938A8}" dt="2023-11-22T22:22:25.396" v="13465" actId="14100"/>
          <ac:spMkLst>
            <pc:docMk/>
            <pc:sldMk cId="3488184347" sldId="267"/>
            <ac:spMk id="6" creationId="{C9DEE023-F6BE-D45E-440F-A8D1CC02EB54}"/>
          </ac:spMkLst>
        </pc:spChg>
        <pc:spChg chg="add mod">
          <ac:chgData name="Avinash Madavan" userId="7e28293f14d4a57b" providerId="LiveId" clId="{A85075AC-B33D-4543-8C2B-79FAE5E938A8}" dt="2023-11-22T23:47:53.868" v="13773" actId="207"/>
          <ac:spMkLst>
            <pc:docMk/>
            <pc:sldMk cId="3488184347" sldId="267"/>
            <ac:spMk id="7" creationId="{E94F16E0-92EF-7FB2-C867-298DED72F438}"/>
          </ac:spMkLst>
        </pc:spChg>
        <pc:spChg chg="mod">
          <ac:chgData name="Avinash Madavan" userId="7e28293f14d4a57b" providerId="LiveId" clId="{A85075AC-B33D-4543-8C2B-79FAE5E938A8}" dt="2023-11-23T00:04:57.503" v="14038" actId="403"/>
          <ac:spMkLst>
            <pc:docMk/>
            <pc:sldMk cId="3488184347" sldId="267"/>
            <ac:spMk id="10" creationId="{7E0283EC-6ECC-316B-E18D-66C908531AF7}"/>
          </ac:spMkLst>
        </pc:spChg>
        <pc:spChg chg="mod">
          <ac:chgData name="Avinash Madavan" userId="7e28293f14d4a57b" providerId="LiveId" clId="{A85075AC-B33D-4543-8C2B-79FAE5E938A8}" dt="2023-11-22T22:01:52.014" v="13173" actId="207"/>
          <ac:spMkLst>
            <pc:docMk/>
            <pc:sldMk cId="3488184347" sldId="267"/>
            <ac:spMk id="11" creationId="{5DE95D83-3C53-2D7D-0165-0DFF60F6C8D4}"/>
          </ac:spMkLst>
        </pc:spChg>
        <pc:spChg chg="mod">
          <ac:chgData name="Avinash Madavan" userId="7e28293f14d4a57b" providerId="LiveId" clId="{A85075AC-B33D-4543-8C2B-79FAE5E938A8}" dt="2023-11-22T22:01:52.014" v="13173" actId="207"/>
          <ac:spMkLst>
            <pc:docMk/>
            <pc:sldMk cId="3488184347" sldId="267"/>
            <ac:spMk id="12" creationId="{5A48C3D5-25B4-31EC-8A2B-384DA073321E}"/>
          </ac:spMkLst>
        </pc:spChg>
        <pc:spChg chg="mod">
          <ac:chgData name="Avinash Madavan" userId="7e28293f14d4a57b" providerId="LiveId" clId="{A85075AC-B33D-4543-8C2B-79FAE5E938A8}" dt="2023-11-22T02:37:49.745" v="2362" actId="404"/>
          <ac:spMkLst>
            <pc:docMk/>
            <pc:sldMk cId="3488184347" sldId="267"/>
            <ac:spMk id="16" creationId="{28FAC796-A21D-52AB-CCD2-CF497DCA243B}"/>
          </ac:spMkLst>
        </pc:spChg>
        <pc:spChg chg="mod">
          <ac:chgData name="Avinash Madavan" userId="7e28293f14d4a57b" providerId="LiveId" clId="{A85075AC-B33D-4543-8C2B-79FAE5E938A8}" dt="2023-11-22T02:36:15.866" v="2341" actId="164"/>
          <ac:spMkLst>
            <pc:docMk/>
            <pc:sldMk cId="3488184347" sldId="267"/>
            <ac:spMk id="18" creationId="{3C89688D-904C-FECA-9057-E6927DFD0A55}"/>
          </ac:spMkLst>
        </pc:spChg>
        <pc:spChg chg="add mod ord">
          <ac:chgData name="Avinash Madavan" userId="7e28293f14d4a57b" providerId="LiveId" clId="{A85075AC-B33D-4543-8C2B-79FAE5E938A8}" dt="2023-11-22T23:46:24.821" v="13742" actId="1076"/>
          <ac:spMkLst>
            <pc:docMk/>
            <pc:sldMk cId="3488184347" sldId="267"/>
            <ac:spMk id="19" creationId="{DD4C29B1-CD52-F429-4A40-1199CDC0A106}"/>
          </ac:spMkLst>
        </pc:spChg>
        <pc:spChg chg="add mod ord">
          <ac:chgData name="Avinash Madavan" userId="7e28293f14d4a57b" providerId="LiveId" clId="{A85075AC-B33D-4543-8C2B-79FAE5E938A8}" dt="2023-11-22T22:12:08.600" v="13396" actId="207"/>
          <ac:spMkLst>
            <pc:docMk/>
            <pc:sldMk cId="3488184347" sldId="267"/>
            <ac:spMk id="20" creationId="{112C0AE2-0DE3-2D62-4FC4-B6D5F32D7933}"/>
          </ac:spMkLst>
        </pc:spChg>
        <pc:grpChg chg="mod">
          <ac:chgData name="Avinash Madavan" userId="7e28293f14d4a57b" providerId="LiveId" clId="{A85075AC-B33D-4543-8C2B-79FAE5E938A8}" dt="2023-11-22T23:48:17.855" v="13777" actId="1076"/>
          <ac:grpSpMkLst>
            <pc:docMk/>
            <pc:sldMk cId="3488184347" sldId="267"/>
            <ac:grpSpMk id="13" creationId="{AB54196D-1B75-8B79-D207-AA64372D37ED}"/>
          </ac:grpSpMkLst>
        </pc:grpChg>
        <pc:grpChg chg="mod">
          <ac:chgData name="Avinash Madavan" userId="7e28293f14d4a57b" providerId="LiveId" clId="{A85075AC-B33D-4543-8C2B-79FAE5E938A8}" dt="2023-11-22T02:36:15.866" v="2341" actId="164"/>
          <ac:grpSpMkLst>
            <pc:docMk/>
            <pc:sldMk cId="3488184347" sldId="267"/>
            <ac:grpSpMk id="17" creationId="{C5D535FF-1114-8951-91A2-470F7B1139CA}"/>
          </ac:grpSpMkLst>
        </pc:grpChg>
        <pc:grpChg chg="add mod">
          <ac:chgData name="Avinash Madavan" userId="7e28293f14d4a57b" providerId="LiveId" clId="{A85075AC-B33D-4543-8C2B-79FAE5E938A8}" dt="2023-11-22T23:48:21.004" v="13778" actId="1076"/>
          <ac:grpSpMkLst>
            <pc:docMk/>
            <pc:sldMk cId="3488184347" sldId="267"/>
            <ac:grpSpMk id="21" creationId="{C1F2245D-D323-C50A-8102-ABB8A15D9CC2}"/>
          </ac:grpSpMkLst>
        </pc:grpChg>
        <pc:picChg chg="mod">
          <ac:chgData name="Avinash Madavan" userId="7e28293f14d4a57b" providerId="LiveId" clId="{A85075AC-B33D-4543-8C2B-79FAE5E938A8}" dt="2023-11-22T22:01:52.014" v="13173" actId="207"/>
          <ac:picMkLst>
            <pc:docMk/>
            <pc:sldMk cId="3488184347" sldId="267"/>
            <ac:picMk id="9" creationId="{D0FC25E6-439D-FE3F-E678-FF832D3AB1E9}"/>
          </ac:picMkLst>
        </pc:picChg>
        <pc:picChg chg="mod">
          <ac:chgData name="Avinash Madavan" userId="7e28293f14d4a57b" providerId="LiveId" clId="{A85075AC-B33D-4543-8C2B-79FAE5E938A8}" dt="2023-11-22T02:40:13.346" v="2410" actId="14100"/>
          <ac:picMkLst>
            <pc:docMk/>
            <pc:sldMk cId="3488184347" sldId="267"/>
            <ac:picMk id="15" creationId="{AE99B43C-0200-5330-C168-8C1FEB3A4D95}"/>
          </ac:picMkLst>
        </pc:picChg>
      </pc:sldChg>
      <pc:sldChg chg="modSp mod">
        <pc:chgData name="Avinash Madavan" userId="7e28293f14d4a57b" providerId="LiveId" clId="{A85075AC-B33D-4543-8C2B-79FAE5E938A8}" dt="2023-11-23T01:44:48.833" v="14748" actId="14100"/>
        <pc:sldMkLst>
          <pc:docMk/>
          <pc:sldMk cId="3695043678" sldId="270"/>
        </pc:sldMkLst>
        <pc:spChg chg="mod">
          <ac:chgData name="Avinash Madavan" userId="7e28293f14d4a57b" providerId="LiveId" clId="{A85075AC-B33D-4543-8C2B-79FAE5E938A8}" dt="2023-11-22T02:41:06.948" v="2420" actId="2711"/>
          <ac:spMkLst>
            <pc:docMk/>
            <pc:sldMk cId="3695043678" sldId="270"/>
            <ac:spMk id="2" creationId="{A7466D4F-B960-B71D-E6B9-33D393EE3277}"/>
          </ac:spMkLst>
        </pc:spChg>
        <pc:spChg chg="mod">
          <ac:chgData name="Avinash Madavan" userId="7e28293f14d4a57b" providerId="LiveId" clId="{A85075AC-B33D-4543-8C2B-79FAE5E938A8}" dt="2023-11-23T01:44:48.833" v="14748" actId="14100"/>
          <ac:spMkLst>
            <pc:docMk/>
            <pc:sldMk cId="3695043678" sldId="270"/>
            <ac:spMk id="4" creationId="{3046699D-FAA0-C358-9339-885498CBE866}"/>
          </ac:spMkLst>
        </pc:spChg>
      </pc:sldChg>
      <pc:sldChg chg="addSp delSp modSp mod">
        <pc:chgData name="Avinash Madavan" userId="7e28293f14d4a57b" providerId="LiveId" clId="{A85075AC-B33D-4543-8C2B-79FAE5E938A8}" dt="2023-11-23T08:24:28.167" v="15468" actId="1076"/>
        <pc:sldMkLst>
          <pc:docMk/>
          <pc:sldMk cId="2444994710" sldId="272"/>
        </pc:sldMkLst>
        <pc:spChg chg="add del mod">
          <ac:chgData name="Avinash Madavan" userId="7e28293f14d4a57b" providerId="LiveId" clId="{A85075AC-B33D-4543-8C2B-79FAE5E938A8}" dt="2023-11-22T22:24:51.765" v="13514" actId="21"/>
          <ac:spMkLst>
            <pc:docMk/>
            <pc:sldMk cId="2444994710" sldId="272"/>
            <ac:spMk id="2" creationId="{71A25C56-07DD-1EF1-7ABF-A8DB436C3089}"/>
          </ac:spMkLst>
        </pc:spChg>
        <pc:spChg chg="add del mod">
          <ac:chgData name="Avinash Madavan" userId="7e28293f14d4a57b" providerId="LiveId" clId="{A85075AC-B33D-4543-8C2B-79FAE5E938A8}" dt="2023-11-22T23:34:05.460" v="13592" actId="478"/>
          <ac:spMkLst>
            <pc:docMk/>
            <pc:sldMk cId="2444994710" sldId="272"/>
            <ac:spMk id="3" creationId="{0EE47E44-42EF-4A6D-9E1A-DEC4D40230E9}"/>
          </ac:spMkLst>
        </pc:spChg>
        <pc:spChg chg="mod">
          <ac:chgData name="Avinash Madavan" userId="7e28293f14d4a57b" providerId="LiveId" clId="{A85075AC-B33D-4543-8C2B-79FAE5E938A8}" dt="2023-11-23T08:24:28.167" v="15468" actId="1076"/>
          <ac:spMkLst>
            <pc:docMk/>
            <pc:sldMk cId="2444994710" sldId="272"/>
            <ac:spMk id="4" creationId="{8237D29C-29B8-2039-B22F-AA965B2689A8}"/>
          </ac:spMkLst>
        </pc:spChg>
        <pc:spChg chg="mod">
          <ac:chgData name="Avinash Madavan" userId="7e28293f14d4a57b" providerId="LiveId" clId="{A85075AC-B33D-4543-8C2B-79FAE5E938A8}" dt="2023-11-23T08:24:28.167" v="15468" actId="1076"/>
          <ac:spMkLst>
            <pc:docMk/>
            <pc:sldMk cId="2444994710" sldId="272"/>
            <ac:spMk id="5" creationId="{54F02801-B6C2-B918-BB55-D871A9BE922D}"/>
          </ac:spMkLst>
        </pc:spChg>
        <pc:spChg chg="add mod topLvl">
          <ac:chgData name="Avinash Madavan" userId="7e28293f14d4a57b" providerId="LiveId" clId="{A85075AC-B33D-4543-8C2B-79FAE5E938A8}" dt="2023-11-23T02:40:37.321" v="15459" actId="404"/>
          <ac:spMkLst>
            <pc:docMk/>
            <pc:sldMk cId="2444994710" sldId="272"/>
            <ac:spMk id="9" creationId="{AED616E4-9478-27E8-2AF2-22D86778BE0A}"/>
          </ac:spMkLst>
        </pc:spChg>
        <pc:spChg chg="add del mod">
          <ac:chgData name="Avinash Madavan" userId="7e28293f14d4a57b" providerId="LiveId" clId="{A85075AC-B33D-4543-8C2B-79FAE5E938A8}" dt="2023-11-23T02:30:23.471" v="15273" actId="478"/>
          <ac:spMkLst>
            <pc:docMk/>
            <pc:sldMk cId="2444994710" sldId="272"/>
            <ac:spMk id="11" creationId="{072572CE-233B-3E33-BED8-6192DE1E2A16}"/>
          </ac:spMkLst>
        </pc:spChg>
        <pc:spChg chg="add del mod topLvl">
          <ac:chgData name="Avinash Madavan" userId="7e28293f14d4a57b" providerId="LiveId" clId="{A85075AC-B33D-4543-8C2B-79FAE5E938A8}" dt="2023-11-23T02:38:51.417" v="15396" actId="478"/>
          <ac:spMkLst>
            <pc:docMk/>
            <pc:sldMk cId="2444994710" sldId="272"/>
            <ac:spMk id="12" creationId="{CBFE882F-AAD9-7964-B15E-C1372C0C53A7}"/>
          </ac:spMkLst>
        </pc:spChg>
        <pc:spChg chg="add mod">
          <ac:chgData name="Avinash Madavan" userId="7e28293f14d4a57b" providerId="LiveId" clId="{A85075AC-B33D-4543-8C2B-79FAE5E938A8}" dt="2023-11-23T02:40:37.321" v="15459" actId="404"/>
          <ac:spMkLst>
            <pc:docMk/>
            <pc:sldMk cId="2444994710" sldId="272"/>
            <ac:spMk id="14" creationId="{FF093324-FAFC-DE20-6B1D-7FC6837D031C}"/>
          </ac:spMkLst>
        </pc:spChg>
        <pc:grpChg chg="add del mod">
          <ac:chgData name="Avinash Madavan" userId="7e28293f14d4a57b" providerId="LiveId" clId="{A85075AC-B33D-4543-8C2B-79FAE5E938A8}" dt="2023-11-23T02:30:30.264" v="15274" actId="478"/>
          <ac:grpSpMkLst>
            <pc:docMk/>
            <pc:sldMk cId="2444994710" sldId="272"/>
            <ac:grpSpMk id="10" creationId="{FE6140CD-996E-1D49-D0DF-414EFBC3673C}"/>
          </ac:grpSpMkLst>
        </pc:grpChg>
        <pc:grpChg chg="add del mod">
          <ac:chgData name="Avinash Madavan" userId="7e28293f14d4a57b" providerId="LiveId" clId="{A85075AC-B33D-4543-8C2B-79FAE5E938A8}" dt="2023-11-23T02:35:53.267" v="15351" actId="165"/>
          <ac:grpSpMkLst>
            <pc:docMk/>
            <pc:sldMk cId="2444994710" sldId="272"/>
            <ac:grpSpMk id="13" creationId="{1B65C865-7F7B-DCD1-5AFD-C43B46D9B106}"/>
          </ac:grpSpMkLst>
        </pc:grpChg>
        <pc:grpChg chg="add mod">
          <ac:chgData name="Avinash Madavan" userId="7e28293f14d4a57b" providerId="LiveId" clId="{A85075AC-B33D-4543-8C2B-79FAE5E938A8}" dt="2023-11-23T02:40:42.165" v="15460" actId="1076"/>
          <ac:grpSpMkLst>
            <pc:docMk/>
            <pc:sldMk cId="2444994710" sldId="272"/>
            <ac:grpSpMk id="15" creationId="{44FA6544-7BB5-B92D-0DD0-0759C1F1CD8C}"/>
          </ac:grpSpMkLst>
        </pc:grpChg>
        <pc:picChg chg="mod modCrop">
          <ac:chgData name="Avinash Madavan" userId="7e28293f14d4a57b" providerId="LiveId" clId="{A85075AC-B33D-4543-8C2B-79FAE5E938A8}" dt="2023-11-23T02:39:08.460" v="15408" actId="1076"/>
          <ac:picMkLst>
            <pc:docMk/>
            <pc:sldMk cId="2444994710" sldId="272"/>
            <ac:picMk id="7" creationId="{C3DD11B4-7B1B-8A3D-85A2-E980C9D34732}"/>
          </ac:picMkLst>
        </pc:picChg>
        <pc:picChg chg="add del mod topLvl">
          <ac:chgData name="Avinash Madavan" userId="7e28293f14d4a57b" providerId="LiveId" clId="{A85075AC-B33D-4543-8C2B-79FAE5E938A8}" dt="2023-11-23T02:30:30.264" v="15274" actId="478"/>
          <ac:picMkLst>
            <pc:docMk/>
            <pc:sldMk cId="2444994710" sldId="272"/>
            <ac:picMk id="8" creationId="{1DA3E014-BB4F-9D95-ADE4-3037D5519FDE}"/>
          </ac:picMkLst>
        </pc:picChg>
      </pc:sldChg>
      <pc:sldChg chg="del">
        <pc:chgData name="Avinash Madavan" userId="7e28293f14d4a57b" providerId="LiveId" clId="{A85075AC-B33D-4543-8C2B-79FAE5E938A8}" dt="2023-11-22T01:36:54.168" v="1500" actId="2696"/>
        <pc:sldMkLst>
          <pc:docMk/>
          <pc:sldMk cId="210893580" sldId="274"/>
        </pc:sldMkLst>
      </pc:sldChg>
      <pc:sldChg chg="modSp mod ord modNotesTx">
        <pc:chgData name="Avinash Madavan" userId="7e28293f14d4a57b" providerId="LiveId" clId="{A85075AC-B33D-4543-8C2B-79FAE5E938A8}" dt="2023-11-22T04:42:59.134" v="7226" actId="20577"/>
        <pc:sldMkLst>
          <pc:docMk/>
          <pc:sldMk cId="1289042439" sldId="275"/>
        </pc:sldMkLst>
        <pc:spChg chg="mod">
          <ac:chgData name="Avinash Madavan" userId="7e28293f14d4a57b" providerId="LiveId" clId="{A85075AC-B33D-4543-8C2B-79FAE5E938A8}" dt="2023-11-22T02:44:34.318" v="2456" actId="2711"/>
          <ac:spMkLst>
            <pc:docMk/>
            <pc:sldMk cId="1289042439" sldId="275"/>
            <ac:spMk id="2" creationId="{42944635-BD22-7965-FF0B-E6B45412BD38}"/>
          </ac:spMkLst>
        </pc:spChg>
        <pc:spChg chg="mod">
          <ac:chgData name="Avinash Madavan" userId="7e28293f14d4a57b" providerId="LiveId" clId="{A85075AC-B33D-4543-8C2B-79FAE5E938A8}" dt="2023-11-22T02:41:29.537" v="2432" actId="20577"/>
          <ac:spMkLst>
            <pc:docMk/>
            <pc:sldMk cId="1289042439" sldId="275"/>
            <ac:spMk id="3" creationId="{52A7C792-37B2-683F-E873-520AFB16E0BB}"/>
          </ac:spMkLst>
        </pc:spChg>
      </pc:sldChg>
      <pc:sldChg chg="modSp mod modShow">
        <pc:chgData name="Avinash Madavan" userId="7e28293f14d4a57b" providerId="LiveId" clId="{A85075AC-B33D-4543-8C2B-79FAE5E938A8}" dt="2023-11-22T05:18:29.981" v="12106" actId="729"/>
        <pc:sldMkLst>
          <pc:docMk/>
          <pc:sldMk cId="2554799606" sldId="276"/>
        </pc:sldMkLst>
        <pc:spChg chg="mod">
          <ac:chgData name="Avinash Madavan" userId="7e28293f14d4a57b" providerId="LiveId" clId="{A85075AC-B33D-4543-8C2B-79FAE5E938A8}" dt="2023-11-22T02:44:34.138" v="2455" actId="2711"/>
          <ac:spMkLst>
            <pc:docMk/>
            <pc:sldMk cId="2554799606" sldId="276"/>
            <ac:spMk id="2" creationId="{830DD89A-C1C1-5CD5-553C-06F57D55DB41}"/>
          </ac:spMkLst>
        </pc:spChg>
        <pc:spChg chg="mod">
          <ac:chgData name="Avinash Madavan" userId="7e28293f14d4a57b" providerId="LiveId" clId="{A85075AC-B33D-4543-8C2B-79FAE5E938A8}" dt="2023-11-22T03:17:16.799" v="2515" actId="20577"/>
          <ac:spMkLst>
            <pc:docMk/>
            <pc:sldMk cId="2554799606" sldId="276"/>
            <ac:spMk id="4" creationId="{BE429C6E-B387-6CBA-1634-3391D3A2897A}"/>
          </ac:spMkLst>
        </pc:spChg>
      </pc:sldChg>
      <pc:sldChg chg="modSp mod modNotesTx">
        <pc:chgData name="Avinash Madavan" userId="7e28293f14d4a57b" providerId="LiveId" clId="{A85075AC-B33D-4543-8C2B-79FAE5E938A8}" dt="2023-11-23T00:11:50.117" v="14076" actId="20577"/>
        <pc:sldMkLst>
          <pc:docMk/>
          <pc:sldMk cId="3419117822" sldId="277"/>
        </pc:sldMkLst>
        <pc:spChg chg="mod">
          <ac:chgData name="Avinash Madavan" userId="7e28293f14d4a57b" providerId="LiveId" clId="{A85075AC-B33D-4543-8C2B-79FAE5E938A8}" dt="2023-11-23T00:00:21.734" v="14029" actId="20577"/>
          <ac:spMkLst>
            <pc:docMk/>
            <pc:sldMk cId="3419117822" sldId="277"/>
            <ac:spMk id="4" creationId="{A2BE2122-F9CD-3D50-A6B2-9325AABB79F7}"/>
          </ac:spMkLst>
        </pc:spChg>
        <pc:spChg chg="mod">
          <ac:chgData name="Avinash Madavan" userId="7e28293f14d4a57b" providerId="LiveId" clId="{A85075AC-B33D-4543-8C2B-79FAE5E938A8}" dt="2023-11-23T00:05:18.742" v="14039" actId="403"/>
          <ac:spMkLst>
            <pc:docMk/>
            <pc:sldMk cId="3419117822" sldId="277"/>
            <ac:spMk id="5" creationId="{59AB28AF-4AE8-06F8-B96D-14B096A93266}"/>
          </ac:spMkLst>
        </pc:spChg>
        <pc:spChg chg="mod">
          <ac:chgData name="Avinash Madavan" userId="7e28293f14d4a57b" providerId="LiveId" clId="{A85075AC-B33D-4543-8C2B-79FAE5E938A8}" dt="2023-11-22T21:40:34.848" v="13089" actId="208"/>
          <ac:spMkLst>
            <pc:docMk/>
            <pc:sldMk cId="3419117822" sldId="277"/>
            <ac:spMk id="9" creationId="{71234BFF-5F18-C137-D774-5A5C4458CE1B}"/>
          </ac:spMkLst>
        </pc:spChg>
        <pc:spChg chg="mod">
          <ac:chgData name="Avinash Madavan" userId="7e28293f14d4a57b" providerId="LiveId" clId="{A85075AC-B33D-4543-8C2B-79FAE5E938A8}" dt="2023-11-22T22:15:53.708" v="13407" actId="207"/>
          <ac:spMkLst>
            <pc:docMk/>
            <pc:sldMk cId="3419117822" sldId="277"/>
            <ac:spMk id="12" creationId="{72716151-2A51-C1EE-464A-85A5DA892B76}"/>
          </ac:spMkLst>
        </pc:spChg>
        <pc:grpChg chg="mod">
          <ac:chgData name="Avinash Madavan" userId="7e28293f14d4a57b" providerId="LiveId" clId="{A85075AC-B33D-4543-8C2B-79FAE5E938A8}" dt="2023-11-22T02:00:17.488" v="1803" actId="14100"/>
          <ac:grpSpMkLst>
            <pc:docMk/>
            <pc:sldMk cId="3419117822" sldId="277"/>
            <ac:grpSpMk id="28" creationId="{F0669E78-B4AC-F563-736C-705110794402}"/>
          </ac:grpSpMkLst>
        </pc:grpChg>
      </pc:sldChg>
      <pc:sldChg chg="del">
        <pc:chgData name="Avinash Madavan" userId="7e28293f14d4a57b" providerId="LiveId" clId="{A85075AC-B33D-4543-8C2B-79FAE5E938A8}" dt="2023-11-22T01:08:44.778" v="2" actId="47"/>
        <pc:sldMkLst>
          <pc:docMk/>
          <pc:sldMk cId="1924257944" sldId="278"/>
        </pc:sldMkLst>
      </pc:sldChg>
      <pc:sldChg chg="del">
        <pc:chgData name="Avinash Madavan" userId="7e28293f14d4a57b" providerId="LiveId" clId="{A85075AC-B33D-4543-8C2B-79FAE5E938A8}" dt="2023-11-22T01:08:47.425" v="4" actId="47"/>
        <pc:sldMkLst>
          <pc:docMk/>
          <pc:sldMk cId="2906601063" sldId="279"/>
        </pc:sldMkLst>
      </pc:sldChg>
      <pc:sldChg chg="modSp mod modShow">
        <pc:chgData name="Avinash Madavan" userId="7e28293f14d4a57b" providerId="LiveId" clId="{A85075AC-B33D-4543-8C2B-79FAE5E938A8}" dt="2023-11-22T03:54:04.821" v="2932" actId="729"/>
        <pc:sldMkLst>
          <pc:docMk/>
          <pc:sldMk cId="1441817246" sldId="280"/>
        </pc:sldMkLst>
        <pc:spChg chg="mod">
          <ac:chgData name="Avinash Madavan" userId="7e28293f14d4a57b" providerId="LiveId" clId="{A85075AC-B33D-4543-8C2B-79FAE5E938A8}" dt="2023-11-22T02:31:46.565" v="2266" actId="2711"/>
          <ac:spMkLst>
            <pc:docMk/>
            <pc:sldMk cId="1441817246" sldId="280"/>
            <ac:spMk id="2" creationId="{48035BBC-0171-97EE-2529-7A2A196EEF54}"/>
          </ac:spMkLst>
        </pc:spChg>
        <pc:spChg chg="mod">
          <ac:chgData name="Avinash Madavan" userId="7e28293f14d4a57b" providerId="LiveId" clId="{A85075AC-B33D-4543-8C2B-79FAE5E938A8}" dt="2023-11-22T02:33:44.050" v="2303" actId="3064"/>
          <ac:spMkLst>
            <pc:docMk/>
            <pc:sldMk cId="1441817246" sldId="280"/>
            <ac:spMk id="3" creationId="{72208774-6F47-4B18-5EAB-3A9219FF6ABD}"/>
          </ac:spMkLst>
        </pc:spChg>
        <pc:spChg chg="mod">
          <ac:chgData name="Avinash Madavan" userId="7e28293f14d4a57b" providerId="LiveId" clId="{A85075AC-B33D-4543-8C2B-79FAE5E938A8}" dt="2023-11-22T02:33:30.642" v="2298" actId="3064"/>
          <ac:spMkLst>
            <pc:docMk/>
            <pc:sldMk cId="1441817246" sldId="280"/>
            <ac:spMk id="4" creationId="{67066C6A-B62A-AA40-23FA-F54D71D23136}"/>
          </ac:spMkLst>
        </pc:spChg>
      </pc:sldChg>
      <pc:sldChg chg="addSp delSp modSp mod">
        <pc:chgData name="Avinash Madavan" userId="7e28293f14d4a57b" providerId="LiveId" clId="{A85075AC-B33D-4543-8C2B-79FAE5E938A8}" dt="2023-11-22T02:43:11.084" v="2443" actId="2711"/>
        <pc:sldMkLst>
          <pc:docMk/>
          <pc:sldMk cId="2779052375" sldId="281"/>
        </pc:sldMkLst>
        <pc:spChg chg="mod">
          <ac:chgData name="Avinash Madavan" userId="7e28293f14d4a57b" providerId="LiveId" clId="{A85075AC-B33D-4543-8C2B-79FAE5E938A8}" dt="2023-11-22T02:43:11.084" v="2443" actId="2711"/>
          <ac:spMkLst>
            <pc:docMk/>
            <pc:sldMk cId="2779052375" sldId="281"/>
            <ac:spMk id="2" creationId="{A7466D4F-B960-B71D-E6B9-33D393EE3277}"/>
          </ac:spMkLst>
        </pc:spChg>
        <pc:spChg chg="add del mod">
          <ac:chgData name="Avinash Madavan" userId="7e28293f14d4a57b" providerId="LiveId" clId="{A85075AC-B33D-4543-8C2B-79FAE5E938A8}" dt="2023-11-22T01:17:49.732" v="1111"/>
          <ac:spMkLst>
            <pc:docMk/>
            <pc:sldMk cId="2779052375" sldId="281"/>
            <ac:spMk id="3" creationId="{7370B748-017A-21D5-6D93-44AA7F9095FE}"/>
          </ac:spMkLst>
        </pc:spChg>
      </pc:sldChg>
      <pc:sldChg chg="modSp mod modNotesTx">
        <pc:chgData name="Avinash Madavan" userId="7e28293f14d4a57b" providerId="LiveId" clId="{A85075AC-B33D-4543-8C2B-79FAE5E938A8}" dt="2023-11-22T05:10:31.067" v="11447" actId="20577"/>
        <pc:sldMkLst>
          <pc:docMk/>
          <pc:sldMk cId="3493359649" sldId="282"/>
        </pc:sldMkLst>
        <pc:spChg chg="mod">
          <ac:chgData name="Avinash Madavan" userId="7e28293f14d4a57b" providerId="LiveId" clId="{A85075AC-B33D-4543-8C2B-79FAE5E938A8}" dt="2023-11-22T02:44:34.484" v="2457" actId="2711"/>
          <ac:spMkLst>
            <pc:docMk/>
            <pc:sldMk cId="3493359649" sldId="282"/>
            <ac:spMk id="2" creationId="{42944635-BD22-7965-FF0B-E6B45412BD38}"/>
          </ac:spMkLst>
        </pc:spChg>
        <pc:spChg chg="mod">
          <ac:chgData name="Avinash Madavan" userId="7e28293f14d4a57b" providerId="LiveId" clId="{A85075AC-B33D-4543-8C2B-79FAE5E938A8}" dt="2023-11-22T05:10:31.067" v="11447" actId="20577"/>
          <ac:spMkLst>
            <pc:docMk/>
            <pc:sldMk cId="3493359649" sldId="282"/>
            <ac:spMk id="3" creationId="{52A7C792-37B2-683F-E873-520AFB16E0BB}"/>
          </ac:spMkLst>
        </pc:spChg>
      </pc:sldChg>
      <pc:sldChg chg="del">
        <pc:chgData name="Avinash Madavan" userId="7e28293f14d4a57b" providerId="LiveId" clId="{A85075AC-B33D-4543-8C2B-79FAE5E938A8}" dt="2023-11-22T01:08:43.691" v="1" actId="47"/>
        <pc:sldMkLst>
          <pc:docMk/>
          <pc:sldMk cId="216809401" sldId="283"/>
        </pc:sldMkLst>
      </pc:sldChg>
      <pc:sldChg chg="del">
        <pc:chgData name="Avinash Madavan" userId="7e28293f14d4a57b" providerId="LiveId" clId="{A85075AC-B33D-4543-8C2B-79FAE5E938A8}" dt="2023-11-22T01:08:45.695" v="3" actId="47"/>
        <pc:sldMkLst>
          <pc:docMk/>
          <pc:sldMk cId="4146366858" sldId="284"/>
        </pc:sldMkLst>
      </pc:sldChg>
      <pc:sldChg chg="del">
        <pc:chgData name="Avinash Madavan" userId="7e28293f14d4a57b" providerId="LiveId" clId="{A85075AC-B33D-4543-8C2B-79FAE5E938A8}" dt="2023-11-22T01:36:54.168" v="1500" actId="2696"/>
        <pc:sldMkLst>
          <pc:docMk/>
          <pc:sldMk cId="3606505540" sldId="285"/>
        </pc:sldMkLst>
      </pc:sldChg>
      <pc:sldChg chg="modSp del mod">
        <pc:chgData name="Avinash Madavan" userId="7e28293f14d4a57b" providerId="LiveId" clId="{A85075AC-B33D-4543-8C2B-79FAE5E938A8}" dt="2023-11-22T01:36:54.168" v="1500" actId="2696"/>
        <pc:sldMkLst>
          <pc:docMk/>
          <pc:sldMk cId="3290163105" sldId="286"/>
        </pc:sldMkLst>
        <pc:spChg chg="mod">
          <ac:chgData name="Avinash Madavan" userId="7e28293f14d4a57b" providerId="LiveId" clId="{A85075AC-B33D-4543-8C2B-79FAE5E938A8}" dt="2023-11-22T01:14:00.413" v="928" actId="20577"/>
          <ac:spMkLst>
            <pc:docMk/>
            <pc:sldMk cId="3290163105" sldId="286"/>
            <ac:spMk id="3" creationId="{396D0D26-FFC2-F195-7D21-9EA1BE121067}"/>
          </ac:spMkLst>
        </pc:spChg>
      </pc:sldChg>
      <pc:sldChg chg="addSp delSp modSp new del mod modClrScheme chgLayout">
        <pc:chgData name="Avinash Madavan" userId="7e28293f14d4a57b" providerId="LiveId" clId="{A85075AC-B33D-4543-8C2B-79FAE5E938A8}" dt="2023-11-22T01:36:54.168" v="1500" actId="2696"/>
        <pc:sldMkLst>
          <pc:docMk/>
          <pc:sldMk cId="948876704" sldId="287"/>
        </pc:sldMkLst>
        <pc:spChg chg="del mod ord">
          <ac:chgData name="Avinash Madavan" userId="7e28293f14d4a57b" providerId="LiveId" clId="{A85075AC-B33D-4543-8C2B-79FAE5E938A8}" dt="2023-11-22T01:09:03.860" v="6" actId="700"/>
          <ac:spMkLst>
            <pc:docMk/>
            <pc:sldMk cId="948876704" sldId="287"/>
            <ac:spMk id="2" creationId="{D9C9BE7D-6C52-933A-8551-56E32A782E76}"/>
          </ac:spMkLst>
        </pc:spChg>
        <pc:spChg chg="del mod ord">
          <ac:chgData name="Avinash Madavan" userId="7e28293f14d4a57b" providerId="LiveId" clId="{A85075AC-B33D-4543-8C2B-79FAE5E938A8}" dt="2023-11-22T01:09:03.860" v="6" actId="700"/>
          <ac:spMkLst>
            <pc:docMk/>
            <pc:sldMk cId="948876704" sldId="287"/>
            <ac:spMk id="3" creationId="{B5709ECD-2DFF-BB6B-2D3D-106762F323BE}"/>
          </ac:spMkLst>
        </pc:spChg>
        <pc:spChg chg="add mod ord">
          <ac:chgData name="Avinash Madavan" userId="7e28293f14d4a57b" providerId="LiveId" clId="{A85075AC-B33D-4543-8C2B-79FAE5E938A8}" dt="2023-11-22T01:09:03.860" v="6" actId="700"/>
          <ac:spMkLst>
            <pc:docMk/>
            <pc:sldMk cId="948876704" sldId="287"/>
            <ac:spMk id="4" creationId="{55A6457E-7988-CFDA-A623-59DAAAEEA733}"/>
          </ac:spMkLst>
        </pc:spChg>
        <pc:spChg chg="add mod ord">
          <ac:chgData name="Avinash Madavan" userId="7e28293f14d4a57b" providerId="LiveId" clId="{A85075AC-B33D-4543-8C2B-79FAE5E938A8}" dt="2023-11-22T01:17:37.399" v="1109" actId="20577"/>
          <ac:spMkLst>
            <pc:docMk/>
            <pc:sldMk cId="948876704" sldId="287"/>
            <ac:spMk id="5" creationId="{76117650-EFAC-F5BA-F1FE-4F2F214BD7F3}"/>
          </ac:spMkLst>
        </pc:spChg>
      </pc:sldChg>
      <pc:sldChg chg="addSp delSp modSp new del mod ord modClrScheme modShow chgLayout">
        <pc:chgData name="Avinash Madavan" userId="7e28293f14d4a57b" providerId="LiveId" clId="{A85075AC-B33D-4543-8C2B-79FAE5E938A8}" dt="2023-11-22T03:24:00.909" v="2614" actId="47"/>
        <pc:sldMkLst>
          <pc:docMk/>
          <pc:sldMk cId="3508537153" sldId="288"/>
        </pc:sldMkLst>
        <pc:spChg chg="del mod ord">
          <ac:chgData name="Avinash Madavan" userId="7e28293f14d4a57b" providerId="LiveId" clId="{A85075AC-B33D-4543-8C2B-79FAE5E938A8}" dt="2023-11-22T01:18:00.725" v="1113" actId="700"/>
          <ac:spMkLst>
            <pc:docMk/>
            <pc:sldMk cId="3508537153" sldId="288"/>
            <ac:spMk id="2" creationId="{520EC297-DD92-59F7-EF80-8C0C5A7CA90F}"/>
          </ac:spMkLst>
        </pc:spChg>
        <pc:spChg chg="del mod ord">
          <ac:chgData name="Avinash Madavan" userId="7e28293f14d4a57b" providerId="LiveId" clId="{A85075AC-B33D-4543-8C2B-79FAE5E938A8}" dt="2023-11-22T01:18:00.725" v="1113" actId="700"/>
          <ac:spMkLst>
            <pc:docMk/>
            <pc:sldMk cId="3508537153" sldId="288"/>
            <ac:spMk id="3" creationId="{63325718-3640-8179-1AFD-85ADB17F4061}"/>
          </ac:spMkLst>
        </pc:spChg>
        <pc:spChg chg="add mod ord">
          <ac:chgData name="Avinash Madavan" userId="7e28293f14d4a57b" providerId="LiveId" clId="{A85075AC-B33D-4543-8C2B-79FAE5E938A8}" dt="2023-11-22T01:35:31.253" v="1499" actId="20577"/>
          <ac:spMkLst>
            <pc:docMk/>
            <pc:sldMk cId="3508537153" sldId="288"/>
            <ac:spMk id="4" creationId="{8786B052-0B64-46E4-8A74-CCA784828774}"/>
          </ac:spMkLst>
        </pc:spChg>
        <pc:spChg chg="add del mod ord">
          <ac:chgData name="Avinash Madavan" userId="7e28293f14d4a57b" providerId="LiveId" clId="{A85075AC-B33D-4543-8C2B-79FAE5E938A8}" dt="2023-11-22T01:18:02.513" v="1114" actId="478"/>
          <ac:spMkLst>
            <pc:docMk/>
            <pc:sldMk cId="3508537153" sldId="288"/>
            <ac:spMk id="5" creationId="{2E283541-CFA3-2748-79E4-2C54237F6A24}"/>
          </ac:spMkLst>
        </pc:spChg>
        <pc:spChg chg="add mod topLvl">
          <ac:chgData name="Avinash Madavan" userId="7e28293f14d4a57b" providerId="LiveId" clId="{A85075AC-B33D-4543-8C2B-79FAE5E938A8}" dt="2023-11-22T01:50:48.056" v="1680" actId="2711"/>
          <ac:spMkLst>
            <pc:docMk/>
            <pc:sldMk cId="3508537153" sldId="288"/>
            <ac:spMk id="6" creationId="{3BCCFC68-1917-C4F2-01A6-8B79D238DCA0}"/>
          </ac:spMkLst>
        </pc:spChg>
        <pc:spChg chg="add mod topLvl">
          <ac:chgData name="Avinash Madavan" userId="7e28293f14d4a57b" providerId="LiveId" clId="{A85075AC-B33D-4543-8C2B-79FAE5E938A8}" dt="2023-11-22T01:50:48.056" v="1680" actId="2711"/>
          <ac:spMkLst>
            <pc:docMk/>
            <pc:sldMk cId="3508537153" sldId="288"/>
            <ac:spMk id="7" creationId="{DAEC4C02-7502-3B73-C7A8-E423FE21A79A}"/>
          </ac:spMkLst>
        </pc:spChg>
        <pc:spChg chg="add mod topLvl">
          <ac:chgData name="Avinash Madavan" userId="7e28293f14d4a57b" providerId="LiveId" clId="{A85075AC-B33D-4543-8C2B-79FAE5E938A8}" dt="2023-11-22T01:50:48.056" v="1680" actId="2711"/>
          <ac:spMkLst>
            <pc:docMk/>
            <pc:sldMk cId="3508537153" sldId="288"/>
            <ac:spMk id="8" creationId="{18034D2A-33EB-6282-AFCD-2108CD8A7651}"/>
          </ac:spMkLst>
        </pc:spChg>
        <pc:grpChg chg="add del mod">
          <ac:chgData name="Avinash Madavan" userId="7e28293f14d4a57b" providerId="LiveId" clId="{A85075AC-B33D-4543-8C2B-79FAE5E938A8}" dt="2023-11-22T01:18:58.043" v="1128" actId="165"/>
          <ac:grpSpMkLst>
            <pc:docMk/>
            <pc:sldMk cId="3508537153" sldId="288"/>
            <ac:grpSpMk id="9" creationId="{754F6EEA-D475-8A90-CC5C-1BC9AA201A39}"/>
          </ac:grpSpMkLst>
        </pc:grpChg>
        <pc:picChg chg="add mod">
          <ac:chgData name="Avinash Madavan" userId="7e28293f14d4a57b" providerId="LiveId" clId="{A85075AC-B33D-4543-8C2B-79FAE5E938A8}" dt="2023-11-22T01:34:56.006" v="1429" actId="1076"/>
          <ac:picMkLst>
            <pc:docMk/>
            <pc:sldMk cId="3508537153" sldId="288"/>
            <ac:picMk id="11" creationId="{28162EA3-05B6-2B91-E34E-9226B31754CC}"/>
          </ac:picMkLst>
        </pc:picChg>
        <pc:picChg chg="add mod">
          <ac:chgData name="Avinash Madavan" userId="7e28293f14d4a57b" providerId="LiveId" clId="{A85075AC-B33D-4543-8C2B-79FAE5E938A8}" dt="2023-11-22T01:34:56.006" v="1429" actId="1076"/>
          <ac:picMkLst>
            <pc:docMk/>
            <pc:sldMk cId="3508537153" sldId="288"/>
            <ac:picMk id="13" creationId="{717F9BDE-AB3B-41E9-2745-F737E9B3A094}"/>
          </ac:picMkLst>
        </pc:picChg>
        <pc:picChg chg="add del">
          <ac:chgData name="Avinash Madavan" userId="7e28293f14d4a57b" providerId="LiveId" clId="{A85075AC-B33D-4543-8C2B-79FAE5E938A8}" dt="2023-11-22T01:20:29.248" v="1139" actId="478"/>
          <ac:picMkLst>
            <pc:docMk/>
            <pc:sldMk cId="3508537153" sldId="288"/>
            <ac:picMk id="15" creationId="{601FC81B-1B2D-3D8A-CC52-985AC4BF6E82}"/>
          </ac:picMkLst>
        </pc:picChg>
        <pc:picChg chg="add mod">
          <ac:chgData name="Avinash Madavan" userId="7e28293f14d4a57b" providerId="LiveId" clId="{A85075AC-B33D-4543-8C2B-79FAE5E938A8}" dt="2023-11-22T01:34:56.006" v="1429" actId="1076"/>
          <ac:picMkLst>
            <pc:docMk/>
            <pc:sldMk cId="3508537153" sldId="288"/>
            <ac:picMk id="17" creationId="{78978784-BC3C-16CC-42DA-640F905A750E}"/>
          </ac:picMkLst>
        </pc:picChg>
      </pc:sldChg>
      <pc:sldChg chg="addSp delSp modSp new mod modAnim modNotesTx">
        <pc:chgData name="Avinash Madavan" userId="7e28293f14d4a57b" providerId="LiveId" clId="{A85075AC-B33D-4543-8C2B-79FAE5E938A8}" dt="2023-11-23T02:29:34.449" v="15251" actId="5793"/>
        <pc:sldMkLst>
          <pc:docMk/>
          <pc:sldMk cId="3780615598" sldId="289"/>
        </pc:sldMkLst>
        <pc:spChg chg="add del mod">
          <ac:chgData name="Avinash Madavan" userId="7e28293f14d4a57b" providerId="LiveId" clId="{A85075AC-B33D-4543-8C2B-79FAE5E938A8}" dt="2023-11-22T23:26:38.821" v="13583" actId="21"/>
          <ac:spMkLst>
            <pc:docMk/>
            <pc:sldMk cId="3780615598" sldId="289"/>
            <ac:spMk id="2" creationId="{99BB1BC1-4B7D-4072-F04C-1FC326FE3307}"/>
          </ac:spMkLst>
        </pc:spChg>
        <pc:spChg chg="del">
          <ac:chgData name="Avinash Madavan" userId="7e28293f14d4a57b" providerId="LiveId" clId="{A85075AC-B33D-4543-8C2B-79FAE5E938A8}" dt="2023-11-22T01:39:33.619" v="1515" actId="478"/>
          <ac:spMkLst>
            <pc:docMk/>
            <pc:sldMk cId="3780615598" sldId="289"/>
            <ac:spMk id="2" creationId="{DE4B5657-4218-9485-6A94-D280B380CB3D}"/>
          </ac:spMkLst>
        </pc:spChg>
        <pc:spChg chg="del">
          <ac:chgData name="Avinash Madavan" userId="7e28293f14d4a57b" providerId="LiveId" clId="{A85075AC-B33D-4543-8C2B-79FAE5E938A8}" dt="2023-11-22T01:39:36.889" v="1516" actId="478"/>
          <ac:spMkLst>
            <pc:docMk/>
            <pc:sldMk cId="3780615598" sldId="289"/>
            <ac:spMk id="3" creationId="{C3688087-7ECC-C64B-CD75-BD79F06B05B7}"/>
          </ac:spMkLst>
        </pc:spChg>
        <pc:spChg chg="del">
          <ac:chgData name="Avinash Madavan" userId="7e28293f14d4a57b" providerId="LiveId" clId="{A85075AC-B33D-4543-8C2B-79FAE5E938A8}" dt="2023-11-22T01:39:33.619" v="1515" actId="478"/>
          <ac:spMkLst>
            <pc:docMk/>
            <pc:sldMk cId="3780615598" sldId="289"/>
            <ac:spMk id="4" creationId="{EDCB9834-A70A-B9DE-A9D0-4CDEE3BC9ABC}"/>
          </ac:spMkLst>
        </pc:spChg>
        <pc:spChg chg="add del mod">
          <ac:chgData name="Avinash Madavan" userId="7e28293f14d4a57b" providerId="LiveId" clId="{A85075AC-B33D-4543-8C2B-79FAE5E938A8}" dt="2023-11-22T01:42:33.422" v="1566" actId="478"/>
          <ac:spMkLst>
            <pc:docMk/>
            <pc:sldMk cId="3780615598" sldId="289"/>
            <ac:spMk id="6" creationId="{D3CA36B7-A7C9-92CE-6DFB-F14A6DE6AE1D}"/>
          </ac:spMkLst>
        </pc:spChg>
        <pc:spChg chg="add mod">
          <ac:chgData name="Avinash Madavan" userId="7e28293f14d4a57b" providerId="LiveId" clId="{A85075AC-B33D-4543-8C2B-79FAE5E938A8}" dt="2023-11-22T22:25:30.197" v="13522" actId="1076"/>
          <ac:spMkLst>
            <pc:docMk/>
            <pc:sldMk cId="3780615598" sldId="289"/>
            <ac:spMk id="7" creationId="{FE40A3C9-47C0-D11E-991C-6EEE6280025B}"/>
          </ac:spMkLst>
        </pc:spChg>
        <pc:picChg chg="add mod">
          <ac:chgData name="Avinash Madavan" userId="7e28293f14d4a57b" providerId="LiveId" clId="{A85075AC-B33D-4543-8C2B-79FAE5E938A8}" dt="2023-11-22T01:41:50.178" v="1552" actId="1076"/>
          <ac:picMkLst>
            <pc:docMk/>
            <pc:sldMk cId="3780615598" sldId="289"/>
            <ac:picMk id="5" creationId="{F33B2681-36D5-473B-112A-D816BEDF9E4A}"/>
          </ac:picMkLst>
        </pc:picChg>
      </pc:sldChg>
      <pc:sldChg chg="add del">
        <pc:chgData name="Avinash Madavan" userId="7e28293f14d4a57b" providerId="LiveId" clId="{A85075AC-B33D-4543-8C2B-79FAE5E938A8}" dt="2023-11-22T01:40:29.122" v="1525" actId="47"/>
        <pc:sldMkLst>
          <pc:docMk/>
          <pc:sldMk cId="715950217" sldId="290"/>
        </pc:sldMkLst>
      </pc:sldChg>
      <pc:sldChg chg="addSp delSp modSp add mod modNotesTx">
        <pc:chgData name="Avinash Madavan" userId="7e28293f14d4a57b" providerId="LiveId" clId="{A85075AC-B33D-4543-8C2B-79FAE5E938A8}" dt="2023-11-23T01:04:04.196" v="14109" actId="20577"/>
        <pc:sldMkLst>
          <pc:docMk/>
          <pc:sldMk cId="1093694834" sldId="290"/>
        </pc:sldMkLst>
        <pc:spChg chg="mod">
          <ac:chgData name="Avinash Madavan" userId="7e28293f14d4a57b" providerId="LiveId" clId="{A85075AC-B33D-4543-8C2B-79FAE5E938A8}" dt="2023-11-22T03:56:51.789" v="2939" actId="1076"/>
          <ac:spMkLst>
            <pc:docMk/>
            <pc:sldMk cId="1093694834" sldId="290"/>
            <ac:spMk id="4" creationId="{8786B052-0B64-46E4-8A74-CCA784828774}"/>
          </ac:spMkLst>
        </pc:spChg>
        <pc:spChg chg="add del mod">
          <ac:chgData name="Avinash Madavan" userId="7e28293f14d4a57b" providerId="LiveId" clId="{A85075AC-B33D-4543-8C2B-79FAE5E938A8}" dt="2023-11-22T03:56:52.176" v="2940" actId="207"/>
          <ac:spMkLst>
            <pc:docMk/>
            <pc:sldMk cId="1093694834" sldId="290"/>
            <ac:spMk id="6" creationId="{3BCCFC68-1917-C4F2-01A6-8B79D238DCA0}"/>
          </ac:spMkLst>
        </pc:spChg>
        <pc:spChg chg="add del mod">
          <ac:chgData name="Avinash Madavan" userId="7e28293f14d4a57b" providerId="LiveId" clId="{A85075AC-B33D-4543-8C2B-79FAE5E938A8}" dt="2023-11-23T01:04:04.196" v="14109" actId="20577"/>
          <ac:spMkLst>
            <pc:docMk/>
            <pc:sldMk cId="1093694834" sldId="290"/>
            <ac:spMk id="7" creationId="{DAEC4C02-7502-3B73-C7A8-E423FE21A79A}"/>
          </ac:spMkLst>
        </pc:spChg>
        <pc:spChg chg="add del mod">
          <ac:chgData name="Avinash Madavan" userId="7e28293f14d4a57b" providerId="LiveId" clId="{A85075AC-B33D-4543-8C2B-79FAE5E938A8}" dt="2023-11-22T03:56:52.176" v="2940" actId="207"/>
          <ac:spMkLst>
            <pc:docMk/>
            <pc:sldMk cId="1093694834" sldId="290"/>
            <ac:spMk id="8" creationId="{18034D2A-33EB-6282-AFCD-2108CD8A7651}"/>
          </ac:spMkLst>
        </pc:spChg>
        <pc:picChg chg="mod">
          <ac:chgData name="Avinash Madavan" userId="7e28293f14d4a57b" providerId="LiveId" clId="{A85075AC-B33D-4543-8C2B-79FAE5E938A8}" dt="2023-11-22T01:54:03.518" v="1744" actId="1076"/>
          <ac:picMkLst>
            <pc:docMk/>
            <pc:sldMk cId="1093694834" sldId="290"/>
            <ac:picMk id="11" creationId="{28162EA3-05B6-2B91-E34E-9226B31754CC}"/>
          </ac:picMkLst>
        </pc:picChg>
        <pc:picChg chg="mod">
          <ac:chgData name="Avinash Madavan" userId="7e28293f14d4a57b" providerId="LiveId" clId="{A85075AC-B33D-4543-8C2B-79FAE5E938A8}" dt="2023-11-22T01:54:03.518" v="1744" actId="1076"/>
          <ac:picMkLst>
            <pc:docMk/>
            <pc:sldMk cId="1093694834" sldId="290"/>
            <ac:picMk id="13" creationId="{717F9BDE-AB3B-41E9-2745-F737E9B3A094}"/>
          </ac:picMkLst>
        </pc:picChg>
        <pc:picChg chg="mod">
          <ac:chgData name="Avinash Madavan" userId="7e28293f14d4a57b" providerId="LiveId" clId="{A85075AC-B33D-4543-8C2B-79FAE5E938A8}" dt="2023-11-22T01:54:03.518" v="1744" actId="1076"/>
          <ac:picMkLst>
            <pc:docMk/>
            <pc:sldMk cId="1093694834" sldId="290"/>
            <ac:picMk id="17" creationId="{78978784-BC3C-16CC-42DA-640F905A750E}"/>
          </ac:picMkLst>
        </pc:picChg>
      </pc:sldChg>
      <pc:sldChg chg="addSp delSp modSp add del mod modNotesTx">
        <pc:chgData name="Avinash Madavan" userId="7e28293f14d4a57b" providerId="LiveId" clId="{A85075AC-B33D-4543-8C2B-79FAE5E938A8}" dt="2023-11-23T02:19:46.060" v="15054" actId="47"/>
        <pc:sldMkLst>
          <pc:docMk/>
          <pc:sldMk cId="4246030868" sldId="291"/>
        </pc:sldMkLst>
        <pc:spChg chg="mod">
          <ac:chgData name="Avinash Madavan" userId="7e28293f14d4a57b" providerId="LiveId" clId="{A85075AC-B33D-4543-8C2B-79FAE5E938A8}" dt="2023-11-22T03:19:00.834" v="2540" actId="2711"/>
          <ac:spMkLst>
            <pc:docMk/>
            <pc:sldMk cId="4246030868" sldId="291"/>
            <ac:spMk id="2" creationId="{F9836D12-978D-06AF-C4A8-BD1A080985A1}"/>
          </ac:spMkLst>
        </pc:spChg>
        <pc:spChg chg="del mod">
          <ac:chgData name="Avinash Madavan" userId="7e28293f14d4a57b" providerId="LiveId" clId="{A85075AC-B33D-4543-8C2B-79FAE5E938A8}" dt="2023-11-22T02:22:13.868" v="2188" actId="478"/>
          <ac:spMkLst>
            <pc:docMk/>
            <pc:sldMk cId="4246030868" sldId="291"/>
            <ac:spMk id="3" creationId="{E87CF45F-588D-9ED7-4773-BDBD88798F83}"/>
          </ac:spMkLst>
        </pc:spChg>
        <pc:spChg chg="mod">
          <ac:chgData name="Avinash Madavan" userId="7e28293f14d4a57b" providerId="LiveId" clId="{A85075AC-B33D-4543-8C2B-79FAE5E938A8}" dt="2023-11-22T02:25:55.033" v="2236" actId="1076"/>
          <ac:spMkLst>
            <pc:docMk/>
            <pc:sldMk cId="4246030868" sldId="291"/>
            <ac:spMk id="4" creationId="{B1C0852C-7E35-D138-20E0-B8852A3E7A0A}"/>
          </ac:spMkLst>
        </pc:spChg>
        <pc:spChg chg="del mod">
          <ac:chgData name="Avinash Madavan" userId="7e28293f14d4a57b" providerId="LiveId" clId="{A85075AC-B33D-4543-8C2B-79FAE5E938A8}" dt="2023-11-22T02:14:05.897" v="2050" actId="478"/>
          <ac:spMkLst>
            <pc:docMk/>
            <pc:sldMk cId="4246030868" sldId="291"/>
            <ac:spMk id="5" creationId="{E6C81E4C-0EF8-94AF-8022-C37B6978F650}"/>
          </ac:spMkLst>
        </pc:spChg>
        <pc:spChg chg="add del mod">
          <ac:chgData name="Avinash Madavan" userId="7e28293f14d4a57b" providerId="LiveId" clId="{A85075AC-B33D-4543-8C2B-79FAE5E938A8}" dt="2023-11-22T02:20:20.167" v="2152" actId="478"/>
          <ac:spMkLst>
            <pc:docMk/>
            <pc:sldMk cId="4246030868" sldId="291"/>
            <ac:spMk id="6" creationId="{D706A0ED-6F9C-7D69-6221-9979CF9EB07F}"/>
          </ac:spMkLst>
        </pc:spChg>
        <pc:spChg chg="add del">
          <ac:chgData name="Avinash Madavan" userId="7e28293f14d4a57b" providerId="LiveId" clId="{A85075AC-B33D-4543-8C2B-79FAE5E938A8}" dt="2023-11-22T02:15:36.876" v="2090" actId="478"/>
          <ac:spMkLst>
            <pc:docMk/>
            <pc:sldMk cId="4246030868" sldId="291"/>
            <ac:spMk id="7" creationId="{4643DAEF-A24C-0B97-921A-95BEB2E6B106}"/>
          </ac:spMkLst>
        </pc:spChg>
        <pc:spChg chg="add del mod">
          <ac:chgData name="Avinash Madavan" userId="7e28293f14d4a57b" providerId="LiveId" clId="{A85075AC-B33D-4543-8C2B-79FAE5E938A8}" dt="2023-11-22T02:17:36.855" v="2110" actId="478"/>
          <ac:spMkLst>
            <pc:docMk/>
            <pc:sldMk cId="4246030868" sldId="291"/>
            <ac:spMk id="8" creationId="{5392D097-CFC5-4ECE-D4C3-51CD8B22C3A8}"/>
          </ac:spMkLst>
        </pc:spChg>
        <pc:spChg chg="mod">
          <ac:chgData name="Avinash Madavan" userId="7e28293f14d4a57b" providerId="LiveId" clId="{A85075AC-B33D-4543-8C2B-79FAE5E938A8}" dt="2023-11-23T01:04:27.630" v="14111" actId="6549"/>
          <ac:spMkLst>
            <pc:docMk/>
            <pc:sldMk cId="4246030868" sldId="291"/>
            <ac:spMk id="9" creationId="{D8EAC4FD-CE16-B301-FE1C-FB69A2A4C5AA}"/>
          </ac:spMkLst>
        </pc:spChg>
        <pc:spChg chg="mod">
          <ac:chgData name="Avinash Madavan" userId="7e28293f14d4a57b" providerId="LiveId" clId="{A85075AC-B33D-4543-8C2B-79FAE5E938A8}" dt="2023-11-23T01:04:35.130" v="14116" actId="6549"/>
          <ac:spMkLst>
            <pc:docMk/>
            <pc:sldMk cId="4246030868" sldId="291"/>
            <ac:spMk id="10" creationId="{1B057025-52EF-3D9F-CAA8-6600178510B3}"/>
          </ac:spMkLst>
        </pc:spChg>
        <pc:spChg chg="add del mod">
          <ac:chgData name="Avinash Madavan" userId="7e28293f14d4a57b" providerId="LiveId" clId="{A85075AC-B33D-4543-8C2B-79FAE5E938A8}" dt="2023-11-22T02:20:16.986" v="2150" actId="478"/>
          <ac:spMkLst>
            <pc:docMk/>
            <pc:sldMk cId="4246030868" sldId="291"/>
            <ac:spMk id="11" creationId="{AAA87C7C-D91C-E0F3-BCD4-6317E906743F}"/>
          </ac:spMkLst>
        </pc:spChg>
        <pc:spChg chg="add del mod">
          <ac:chgData name="Avinash Madavan" userId="7e28293f14d4a57b" providerId="LiveId" clId="{A85075AC-B33D-4543-8C2B-79FAE5E938A8}" dt="2023-11-22T02:22:13.868" v="2188" actId="478"/>
          <ac:spMkLst>
            <pc:docMk/>
            <pc:sldMk cId="4246030868" sldId="291"/>
            <ac:spMk id="12" creationId="{6A3F43B1-7849-E5CC-F3EE-A3153BCB7965}"/>
          </ac:spMkLst>
        </pc:spChg>
        <pc:spChg chg="add mod">
          <ac:chgData name="Avinash Madavan" userId="7e28293f14d4a57b" providerId="LiveId" clId="{A85075AC-B33D-4543-8C2B-79FAE5E938A8}" dt="2023-11-23T02:19:32.396" v="15053" actId="6559"/>
          <ac:spMkLst>
            <pc:docMk/>
            <pc:sldMk cId="4246030868" sldId="291"/>
            <ac:spMk id="12" creationId="{E3B1C83E-CBA0-B8E3-2CAB-E4889CC9446B}"/>
          </ac:spMkLst>
        </pc:spChg>
        <pc:spChg chg="add mod">
          <ac:chgData name="Avinash Madavan" userId="7e28293f14d4a57b" providerId="LiveId" clId="{A85075AC-B33D-4543-8C2B-79FAE5E938A8}" dt="2023-11-22T02:22:23.560" v="2192" actId="207"/>
          <ac:spMkLst>
            <pc:docMk/>
            <pc:sldMk cId="4246030868" sldId="291"/>
            <ac:spMk id="13" creationId="{7C531B10-8C34-313F-AB97-E07D7ED427E9}"/>
          </ac:spMkLst>
        </pc:spChg>
        <pc:spChg chg="add del mod">
          <ac:chgData name="Avinash Madavan" userId="7e28293f14d4a57b" providerId="LiveId" clId="{A85075AC-B33D-4543-8C2B-79FAE5E938A8}" dt="2023-11-22T02:22:27.970" v="2194"/>
          <ac:spMkLst>
            <pc:docMk/>
            <pc:sldMk cId="4246030868" sldId="291"/>
            <ac:spMk id="14" creationId="{B25BCE4E-1F3E-6F08-154C-7F1419CB6BA0}"/>
          </ac:spMkLst>
        </pc:spChg>
        <pc:spChg chg="mod">
          <ac:chgData name="Avinash Madavan" userId="7e28293f14d4a57b" providerId="LiveId" clId="{A85075AC-B33D-4543-8C2B-79FAE5E938A8}" dt="2023-11-23T01:04:38.280" v="14118" actId="20577"/>
          <ac:spMkLst>
            <pc:docMk/>
            <pc:sldMk cId="4246030868" sldId="291"/>
            <ac:spMk id="15" creationId="{FC376B7D-DF98-33AE-0633-83EEC64F04B6}"/>
          </ac:spMkLst>
        </pc:spChg>
        <pc:spChg chg="add mod">
          <ac:chgData name="Avinash Madavan" userId="7e28293f14d4a57b" providerId="LiveId" clId="{A85075AC-B33D-4543-8C2B-79FAE5E938A8}" dt="2023-11-22T02:22:33.012" v="2197" actId="207"/>
          <ac:spMkLst>
            <pc:docMk/>
            <pc:sldMk cId="4246030868" sldId="291"/>
            <ac:spMk id="16" creationId="{84626756-15DB-BF84-6251-192D97E72024}"/>
          </ac:spMkLst>
        </pc:spChg>
        <pc:spChg chg="mod topLvl">
          <ac:chgData name="Avinash Madavan" userId="7e28293f14d4a57b" providerId="LiveId" clId="{A85075AC-B33D-4543-8C2B-79FAE5E938A8}" dt="2023-11-23T02:17:55.132" v="15015" actId="165"/>
          <ac:spMkLst>
            <pc:docMk/>
            <pc:sldMk cId="4246030868" sldId="291"/>
            <ac:spMk id="23" creationId="{D975052E-C2DD-5F71-42B4-B12FAF2EEC4C}"/>
          </ac:spMkLst>
        </pc:spChg>
        <pc:spChg chg="del">
          <ac:chgData name="Avinash Madavan" userId="7e28293f14d4a57b" providerId="LiveId" clId="{A85075AC-B33D-4543-8C2B-79FAE5E938A8}" dt="2023-11-22T02:12:59.078" v="2029" actId="478"/>
          <ac:spMkLst>
            <pc:docMk/>
            <pc:sldMk cId="4246030868" sldId="291"/>
            <ac:spMk id="30" creationId="{DBC379D1-C3D4-75EA-337E-2CDF54A4474B}"/>
          </ac:spMkLst>
        </pc:spChg>
        <pc:spChg chg="del">
          <ac:chgData name="Avinash Madavan" userId="7e28293f14d4a57b" providerId="LiveId" clId="{A85075AC-B33D-4543-8C2B-79FAE5E938A8}" dt="2023-11-22T02:12:58.511" v="2028" actId="478"/>
          <ac:spMkLst>
            <pc:docMk/>
            <pc:sldMk cId="4246030868" sldId="291"/>
            <ac:spMk id="31" creationId="{7DBAAED2-E399-F84F-F0E4-F2964F3C501E}"/>
          </ac:spMkLst>
        </pc:spChg>
        <pc:spChg chg="del">
          <ac:chgData name="Avinash Madavan" userId="7e28293f14d4a57b" providerId="LiveId" clId="{A85075AC-B33D-4543-8C2B-79FAE5E938A8}" dt="2023-11-22T02:12:59.636" v="2030" actId="478"/>
          <ac:spMkLst>
            <pc:docMk/>
            <pc:sldMk cId="4246030868" sldId="291"/>
            <ac:spMk id="32" creationId="{F10EDEC1-6F57-935C-E6C8-1306EF5BE8F8}"/>
          </ac:spMkLst>
        </pc:spChg>
        <pc:grpChg chg="add del mod">
          <ac:chgData name="Avinash Madavan" userId="7e28293f14d4a57b" providerId="LiveId" clId="{A85075AC-B33D-4543-8C2B-79FAE5E938A8}" dt="2023-11-23T02:17:56.639" v="15016" actId="478"/>
          <ac:grpSpMkLst>
            <pc:docMk/>
            <pc:sldMk cId="4246030868" sldId="291"/>
            <ac:grpSpMk id="27" creationId="{4C2A232A-5303-FB05-9EB6-EE4C94E9575D}"/>
          </ac:grpSpMkLst>
        </pc:grpChg>
        <pc:picChg chg="add del">
          <ac:chgData name="Avinash Madavan" userId="7e28293f14d4a57b" providerId="LiveId" clId="{A85075AC-B33D-4543-8C2B-79FAE5E938A8}" dt="2023-11-22T21:48:49.937" v="13100" actId="21"/>
          <ac:picMkLst>
            <pc:docMk/>
            <pc:sldMk cId="4246030868" sldId="291"/>
            <ac:picMk id="5" creationId="{2B7E6732-AD18-8B74-7D55-2650C970A1E1}"/>
          </ac:picMkLst>
        </pc:picChg>
        <pc:picChg chg="add del mod">
          <ac:chgData name="Avinash Madavan" userId="7e28293f14d4a57b" providerId="LiveId" clId="{A85075AC-B33D-4543-8C2B-79FAE5E938A8}" dt="2023-11-23T02:17:46.548" v="15012" actId="931"/>
          <ac:picMkLst>
            <pc:docMk/>
            <pc:sldMk cId="4246030868" sldId="291"/>
            <ac:picMk id="7" creationId="{486B0642-B98B-BFC4-77C7-57CD36AC26AC}"/>
          </ac:picMkLst>
        </pc:picChg>
        <pc:picChg chg="add mod">
          <ac:chgData name="Avinash Madavan" userId="7e28293f14d4a57b" providerId="LiveId" clId="{A85075AC-B33D-4543-8C2B-79FAE5E938A8}" dt="2023-11-23T02:19:23.440" v="15051" actId="14100"/>
          <ac:picMkLst>
            <pc:docMk/>
            <pc:sldMk cId="4246030868" sldId="291"/>
            <ac:picMk id="11" creationId="{6BAF04C9-F0D9-3668-8477-0B5E9386E0E1}"/>
          </ac:picMkLst>
        </pc:picChg>
        <pc:picChg chg="mod topLvl">
          <ac:chgData name="Avinash Madavan" userId="7e28293f14d4a57b" providerId="LiveId" clId="{A85075AC-B33D-4543-8C2B-79FAE5E938A8}" dt="2023-11-23T02:17:55.132" v="15015" actId="165"/>
          <ac:picMkLst>
            <pc:docMk/>
            <pc:sldMk cId="4246030868" sldId="291"/>
            <ac:picMk id="22" creationId="{9AE41281-037D-5C94-4299-ACB02A7C7625}"/>
          </ac:picMkLst>
        </pc:picChg>
      </pc:sldChg>
      <pc:sldChg chg="modSp add mod ord">
        <pc:chgData name="Avinash Madavan" userId="7e28293f14d4a57b" providerId="LiveId" clId="{A85075AC-B33D-4543-8C2B-79FAE5E938A8}" dt="2023-11-22T03:18:29.700" v="2538" actId="6549"/>
        <pc:sldMkLst>
          <pc:docMk/>
          <pc:sldMk cId="2615380410" sldId="292"/>
        </pc:sldMkLst>
        <pc:spChg chg="mod">
          <ac:chgData name="Avinash Madavan" userId="7e28293f14d4a57b" providerId="LiveId" clId="{A85075AC-B33D-4543-8C2B-79FAE5E938A8}" dt="2023-11-22T03:18:22.813" v="2537" actId="20577"/>
          <ac:spMkLst>
            <pc:docMk/>
            <pc:sldMk cId="2615380410" sldId="292"/>
            <ac:spMk id="2" creationId="{0890785E-AC32-6E2B-7684-400274C390C3}"/>
          </ac:spMkLst>
        </pc:spChg>
        <pc:spChg chg="mod">
          <ac:chgData name="Avinash Madavan" userId="7e28293f14d4a57b" providerId="LiveId" clId="{A85075AC-B33D-4543-8C2B-79FAE5E938A8}" dt="2023-11-22T03:18:29.700" v="2538" actId="6549"/>
          <ac:spMkLst>
            <pc:docMk/>
            <pc:sldMk cId="2615380410" sldId="292"/>
            <ac:spMk id="4" creationId="{E860F644-8846-47D4-6EFA-7C79CF8FF27D}"/>
          </ac:spMkLst>
        </pc:spChg>
      </pc:sldChg>
      <pc:sldChg chg="add del">
        <pc:chgData name="Avinash Madavan" userId="7e28293f14d4a57b" providerId="LiveId" clId="{A85075AC-B33D-4543-8C2B-79FAE5E938A8}" dt="2023-11-22T03:21:24.814" v="2594" actId="2890"/>
        <pc:sldMkLst>
          <pc:docMk/>
          <pc:sldMk cId="2247463531" sldId="293"/>
        </pc:sldMkLst>
      </pc:sldChg>
      <pc:sldChg chg="addSp delSp add del setBg delDesignElem">
        <pc:chgData name="Avinash Madavan" userId="7e28293f14d4a57b" providerId="LiveId" clId="{A85075AC-B33D-4543-8C2B-79FAE5E938A8}" dt="2023-11-22T03:19:58.703" v="2574"/>
        <pc:sldMkLst>
          <pc:docMk/>
          <pc:sldMk cId="2914390335" sldId="293"/>
        </pc:sldMkLst>
        <pc:spChg chg="add del">
          <ac:chgData name="Avinash Madavan" userId="7e28293f14d4a57b" providerId="LiveId" clId="{A85075AC-B33D-4543-8C2B-79FAE5E938A8}" dt="2023-11-22T03:19:58.703" v="2574"/>
          <ac:spMkLst>
            <pc:docMk/>
            <pc:sldMk cId="2914390335" sldId="293"/>
            <ac:spMk id="6" creationId="{1ACA2EA0-FFD3-42EC-9406-B595015ED96E}"/>
          </ac:spMkLst>
        </pc:spChg>
        <pc:spChg chg="add del">
          <ac:chgData name="Avinash Madavan" userId="7e28293f14d4a57b" providerId="LiveId" clId="{A85075AC-B33D-4543-8C2B-79FAE5E938A8}" dt="2023-11-22T03:19:58.703" v="2574"/>
          <ac:spMkLst>
            <pc:docMk/>
            <pc:sldMk cId="2914390335" sldId="293"/>
            <ac:spMk id="7" creationId="{D5288BCE-665C-472A-8C43-664BCFA31E43}"/>
          </ac:spMkLst>
        </pc:spChg>
        <pc:spChg chg="add del">
          <ac:chgData name="Avinash Madavan" userId="7e28293f14d4a57b" providerId="LiveId" clId="{A85075AC-B33D-4543-8C2B-79FAE5E938A8}" dt="2023-11-22T03:19:58.703" v="2574"/>
          <ac:spMkLst>
            <pc:docMk/>
            <pc:sldMk cId="2914390335" sldId="293"/>
            <ac:spMk id="13" creationId="{46C57131-53A7-4C1A-BEA8-25F06A06AD29}"/>
          </ac:spMkLst>
        </pc:spChg>
      </pc:sldChg>
      <pc:sldChg chg="add ord">
        <pc:chgData name="Avinash Madavan" userId="7e28293f14d4a57b" providerId="LiveId" clId="{A85075AC-B33D-4543-8C2B-79FAE5E938A8}" dt="2023-11-22T03:21:36.752" v="2603"/>
        <pc:sldMkLst>
          <pc:docMk/>
          <pc:sldMk cId="3972155787" sldId="293"/>
        </pc:sldMkLst>
      </pc:sldChg>
      <pc:sldChg chg="addSp delSp modSp add del mod">
        <pc:chgData name="Avinash Madavan" userId="7e28293f14d4a57b" providerId="LiveId" clId="{A85075AC-B33D-4543-8C2B-79FAE5E938A8}" dt="2023-11-23T01:40:00.346" v="14680" actId="47"/>
        <pc:sldMkLst>
          <pc:docMk/>
          <pc:sldMk cId="2287401536" sldId="294"/>
        </pc:sldMkLst>
        <pc:spChg chg="mod">
          <ac:chgData name="Avinash Madavan" userId="7e28293f14d4a57b" providerId="LiveId" clId="{A85075AC-B33D-4543-8C2B-79FAE5E938A8}" dt="2023-11-23T01:12:04.207" v="14119"/>
          <ac:spMkLst>
            <pc:docMk/>
            <pc:sldMk cId="2287401536" sldId="294"/>
            <ac:spMk id="8" creationId="{36F29FB8-5227-8863-D4BC-5FB40F90494B}"/>
          </ac:spMkLst>
        </pc:spChg>
        <pc:spChg chg="mod">
          <ac:chgData name="Avinash Madavan" userId="7e28293f14d4a57b" providerId="LiveId" clId="{A85075AC-B33D-4543-8C2B-79FAE5E938A8}" dt="2023-11-23T01:12:04.207" v="14119"/>
          <ac:spMkLst>
            <pc:docMk/>
            <pc:sldMk cId="2287401536" sldId="294"/>
            <ac:spMk id="11" creationId="{2D8BFECE-3677-54EF-DF79-80BC67F81A0A}"/>
          </ac:spMkLst>
        </pc:spChg>
        <pc:spChg chg="add del mod">
          <ac:chgData name="Avinash Madavan" userId="7e28293f14d4a57b" providerId="LiveId" clId="{A85075AC-B33D-4543-8C2B-79FAE5E938A8}" dt="2023-11-23T01:12:13.092" v="14120"/>
          <ac:spMkLst>
            <pc:docMk/>
            <pc:sldMk cId="2287401536" sldId="294"/>
            <ac:spMk id="15" creationId="{0C33713A-3F8F-E540-E31C-7C72E495C73D}"/>
          </ac:spMkLst>
        </pc:spChg>
        <pc:spChg chg="del">
          <ac:chgData name="Avinash Madavan" userId="7e28293f14d4a57b" providerId="LiveId" clId="{A85075AC-B33D-4543-8C2B-79FAE5E938A8}" dt="2023-11-22T20:30:59.935" v="12110" actId="478"/>
          <ac:spMkLst>
            <pc:docMk/>
            <pc:sldMk cId="2287401536" sldId="294"/>
            <ac:spMk id="79" creationId="{EC2F4D64-DA10-EFB9-80CE-48CF2DF115DE}"/>
          </ac:spMkLst>
        </pc:spChg>
        <pc:spChg chg="del">
          <ac:chgData name="Avinash Madavan" userId="7e28293f14d4a57b" providerId="LiveId" clId="{A85075AC-B33D-4543-8C2B-79FAE5E938A8}" dt="2023-11-22T20:30:59.935" v="12110" actId="478"/>
          <ac:spMkLst>
            <pc:docMk/>
            <pc:sldMk cId="2287401536" sldId="294"/>
            <ac:spMk id="80" creationId="{F999114E-B08A-5E7A-54A9-84CDAD8487A9}"/>
          </ac:spMkLst>
        </pc:spChg>
        <pc:spChg chg="del">
          <ac:chgData name="Avinash Madavan" userId="7e28293f14d4a57b" providerId="LiveId" clId="{A85075AC-B33D-4543-8C2B-79FAE5E938A8}" dt="2023-11-22T20:30:59.935" v="12110" actId="478"/>
          <ac:spMkLst>
            <pc:docMk/>
            <pc:sldMk cId="2287401536" sldId="294"/>
            <ac:spMk id="81" creationId="{093DE897-5E06-165F-CAEB-310F9CDAB964}"/>
          </ac:spMkLst>
        </pc:spChg>
        <pc:grpChg chg="add del mod">
          <ac:chgData name="Avinash Madavan" userId="7e28293f14d4a57b" providerId="LiveId" clId="{A85075AC-B33D-4543-8C2B-79FAE5E938A8}" dt="2023-11-23T01:12:13.092" v="14120"/>
          <ac:grpSpMkLst>
            <pc:docMk/>
            <pc:sldMk cId="2287401536" sldId="294"/>
            <ac:grpSpMk id="3" creationId="{8CE5E754-447A-95C2-3336-08ACFEA7DDC9}"/>
          </ac:grpSpMkLst>
        </pc:grpChg>
      </pc:sldChg>
      <pc:sldChg chg="add del">
        <pc:chgData name="Avinash Madavan" userId="7e28293f14d4a57b" providerId="LiveId" clId="{A85075AC-B33D-4543-8C2B-79FAE5E938A8}" dt="2023-11-22T21:48:46.864" v="13098"/>
        <pc:sldMkLst>
          <pc:docMk/>
          <pc:sldMk cId="223709660" sldId="295"/>
        </pc:sldMkLst>
      </pc:sldChg>
      <pc:sldChg chg="addSp delSp modSp add mod delAnim modAnim">
        <pc:chgData name="Avinash Madavan" userId="7e28293f14d4a57b" providerId="LiveId" clId="{A85075AC-B33D-4543-8C2B-79FAE5E938A8}" dt="2023-11-23T02:28:44.893" v="15246" actId="207"/>
        <pc:sldMkLst>
          <pc:docMk/>
          <pc:sldMk cId="508525414" sldId="295"/>
        </pc:sldMkLst>
        <pc:spChg chg="del mod topLvl">
          <ac:chgData name="Avinash Madavan" userId="7e28293f14d4a57b" providerId="LiveId" clId="{A85075AC-B33D-4543-8C2B-79FAE5E938A8}" dt="2023-11-23T01:18:40.687" v="14302"/>
          <ac:spMkLst>
            <pc:docMk/>
            <pc:sldMk cId="508525414" sldId="295"/>
            <ac:spMk id="8" creationId="{098B797B-FA20-C5E3-2406-E1D2F6722862}"/>
          </ac:spMkLst>
        </pc:spChg>
        <pc:spChg chg="del mod topLvl">
          <ac:chgData name="Avinash Madavan" userId="7e28293f14d4a57b" providerId="LiveId" clId="{A85075AC-B33D-4543-8C2B-79FAE5E938A8}" dt="2023-11-23T01:18:40.687" v="14302"/>
          <ac:spMkLst>
            <pc:docMk/>
            <pc:sldMk cId="508525414" sldId="295"/>
            <ac:spMk id="11" creationId="{0C3E0484-361F-6197-DD13-772BA0E1940B}"/>
          </ac:spMkLst>
        </pc:spChg>
        <pc:spChg chg="mod">
          <ac:chgData name="Avinash Madavan" userId="7e28293f14d4a57b" providerId="LiveId" clId="{A85075AC-B33D-4543-8C2B-79FAE5E938A8}" dt="2023-11-23T02:10:46.161" v="14871" actId="1076"/>
          <ac:spMkLst>
            <pc:docMk/>
            <pc:sldMk cId="508525414" sldId="295"/>
            <ac:spMk id="12" creationId="{57C8D063-94EC-50AE-BB26-A225DED7D854}"/>
          </ac:spMkLst>
        </pc:spChg>
        <pc:spChg chg="mod">
          <ac:chgData name="Avinash Madavan" userId="7e28293f14d4a57b" providerId="LiveId" clId="{A85075AC-B33D-4543-8C2B-79FAE5E938A8}" dt="2023-11-23T02:10:46.161" v="14871" actId="1076"/>
          <ac:spMkLst>
            <pc:docMk/>
            <pc:sldMk cId="508525414" sldId="295"/>
            <ac:spMk id="13" creationId="{27DFB9C4-491C-A399-E973-AD0529729045}"/>
          </ac:spMkLst>
        </pc:spChg>
        <pc:spChg chg="mod">
          <ac:chgData name="Avinash Madavan" userId="7e28293f14d4a57b" providerId="LiveId" clId="{A85075AC-B33D-4543-8C2B-79FAE5E938A8}" dt="2023-11-23T02:10:46.161" v="14871" actId="1076"/>
          <ac:spMkLst>
            <pc:docMk/>
            <pc:sldMk cId="508525414" sldId="295"/>
            <ac:spMk id="14" creationId="{2208A518-4C84-D2AC-DAAC-6223DF1D3E25}"/>
          </ac:spMkLst>
        </pc:spChg>
        <pc:spChg chg="add del mod ord">
          <ac:chgData name="Avinash Madavan" userId="7e28293f14d4a57b" providerId="LiveId" clId="{A85075AC-B33D-4543-8C2B-79FAE5E938A8}" dt="2023-11-23T01:20:04.300" v="14317"/>
          <ac:spMkLst>
            <pc:docMk/>
            <pc:sldMk cId="508525414" sldId="295"/>
            <ac:spMk id="15" creationId="{636B4537-3406-AF8D-A31C-B0294D010166}"/>
          </ac:spMkLst>
        </pc:spChg>
        <pc:spChg chg="add del mod">
          <ac:chgData name="Avinash Madavan" userId="7e28293f14d4a57b" providerId="LiveId" clId="{A85075AC-B33D-4543-8C2B-79FAE5E938A8}" dt="2023-11-23T01:20:09.982" v="14318"/>
          <ac:spMkLst>
            <pc:docMk/>
            <pc:sldMk cId="508525414" sldId="295"/>
            <ac:spMk id="16" creationId="{3E80BC49-3337-221F-FAD6-F71B1E205AD0}"/>
          </ac:spMkLst>
        </pc:spChg>
        <pc:spChg chg="add del mod">
          <ac:chgData name="Avinash Madavan" userId="7e28293f14d4a57b" providerId="LiveId" clId="{A85075AC-B33D-4543-8C2B-79FAE5E938A8}" dt="2023-11-23T01:27:14.021" v="14486"/>
          <ac:spMkLst>
            <pc:docMk/>
            <pc:sldMk cId="508525414" sldId="295"/>
            <ac:spMk id="23" creationId="{10A1AB42-4A4E-D1FD-039C-7E86F385B21E}"/>
          </ac:spMkLst>
        </pc:spChg>
        <pc:spChg chg="mod">
          <ac:chgData name="Avinash Madavan" userId="7e28293f14d4a57b" providerId="LiveId" clId="{A85075AC-B33D-4543-8C2B-79FAE5E938A8}" dt="2023-11-23T01:17:04.582" v="14271"/>
          <ac:spMkLst>
            <pc:docMk/>
            <pc:sldMk cId="508525414" sldId="295"/>
            <ac:spMk id="25" creationId="{5044E797-F3B1-DF9B-085A-5B4C67307415}"/>
          </ac:spMkLst>
        </pc:spChg>
        <pc:spChg chg="mod">
          <ac:chgData name="Avinash Madavan" userId="7e28293f14d4a57b" providerId="LiveId" clId="{A85075AC-B33D-4543-8C2B-79FAE5E938A8}" dt="2023-11-23T01:17:04.582" v="14271"/>
          <ac:spMkLst>
            <pc:docMk/>
            <pc:sldMk cId="508525414" sldId="295"/>
            <ac:spMk id="26" creationId="{46A0FB3D-2021-1C92-7C44-96A8CB027F88}"/>
          </ac:spMkLst>
        </pc:spChg>
        <pc:spChg chg="mod">
          <ac:chgData name="Avinash Madavan" userId="7e28293f14d4a57b" providerId="LiveId" clId="{A85075AC-B33D-4543-8C2B-79FAE5E938A8}" dt="2023-11-23T01:17:21.993" v="14274"/>
          <ac:spMkLst>
            <pc:docMk/>
            <pc:sldMk cId="508525414" sldId="295"/>
            <ac:spMk id="28" creationId="{CD1BA867-5719-A3A0-074E-1EB1BA2415C1}"/>
          </ac:spMkLst>
        </pc:spChg>
        <pc:spChg chg="mod">
          <ac:chgData name="Avinash Madavan" userId="7e28293f14d4a57b" providerId="LiveId" clId="{A85075AC-B33D-4543-8C2B-79FAE5E938A8}" dt="2023-11-23T01:17:21.993" v="14274"/>
          <ac:spMkLst>
            <pc:docMk/>
            <pc:sldMk cId="508525414" sldId="295"/>
            <ac:spMk id="29" creationId="{DF51D2AF-BEC1-A982-3636-A47C4926DE67}"/>
          </ac:spMkLst>
        </pc:spChg>
        <pc:spChg chg="del mod">
          <ac:chgData name="Avinash Madavan" userId="7e28293f14d4a57b" providerId="LiveId" clId="{A85075AC-B33D-4543-8C2B-79FAE5E938A8}" dt="2023-11-23T01:20:04.300" v="14317"/>
          <ac:spMkLst>
            <pc:docMk/>
            <pc:sldMk cId="508525414" sldId="295"/>
            <ac:spMk id="30" creationId="{65B783FB-DED4-7E10-DA51-894E9A0677C4}"/>
          </ac:spMkLst>
        </pc:spChg>
        <pc:spChg chg="add del mod">
          <ac:chgData name="Avinash Madavan" userId="7e28293f14d4a57b" providerId="LiveId" clId="{A85075AC-B33D-4543-8C2B-79FAE5E938A8}" dt="2023-11-23T01:19:26.737" v="14309" actId="478"/>
          <ac:spMkLst>
            <pc:docMk/>
            <pc:sldMk cId="508525414" sldId="295"/>
            <ac:spMk id="31" creationId="{01112DA2-98F2-2C55-CCF7-718988A7FD0A}"/>
          </ac:spMkLst>
        </pc:spChg>
        <pc:spChg chg="add del mod ord">
          <ac:chgData name="Avinash Madavan" userId="7e28293f14d4a57b" providerId="LiveId" clId="{A85075AC-B33D-4543-8C2B-79FAE5E938A8}" dt="2023-11-23T01:20:09.982" v="14318"/>
          <ac:spMkLst>
            <pc:docMk/>
            <pc:sldMk cId="508525414" sldId="295"/>
            <ac:spMk id="32" creationId="{69DDDDE0-9CD6-877A-5E07-027FDBB3220A}"/>
          </ac:spMkLst>
        </pc:spChg>
        <pc:spChg chg="add del mod ord">
          <ac:chgData name="Avinash Madavan" userId="7e28293f14d4a57b" providerId="LiveId" clId="{A85075AC-B33D-4543-8C2B-79FAE5E938A8}" dt="2023-11-23T01:27:14.021" v="14486"/>
          <ac:spMkLst>
            <pc:docMk/>
            <pc:sldMk cId="508525414" sldId="295"/>
            <ac:spMk id="33" creationId="{EA41DF0B-DBE6-CAF0-CF28-1459F1855699}"/>
          </ac:spMkLst>
        </pc:spChg>
        <pc:spChg chg="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34" creationId="{3EF8D0FA-9839-31F8-8C96-DC46A004E49A}"/>
          </ac:spMkLst>
        </pc:spChg>
        <pc:spChg chg="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35" creationId="{D129CB19-2356-4BEE-5C88-A63647F946AF}"/>
          </ac:spMkLst>
        </pc:spChg>
        <pc:spChg chg="mod">
          <ac:chgData name="Avinash Madavan" userId="7e28293f14d4a57b" providerId="LiveId" clId="{A85075AC-B33D-4543-8C2B-79FAE5E938A8}" dt="2023-11-23T01:20:16.840" v="14320"/>
          <ac:spMkLst>
            <pc:docMk/>
            <pc:sldMk cId="508525414" sldId="295"/>
            <ac:spMk id="36" creationId="{F6CDA189-79F0-005F-F82C-811FBACD59A7}"/>
          </ac:spMkLst>
        </pc:spChg>
        <pc:spChg chg="mod">
          <ac:chgData name="Avinash Madavan" userId="7e28293f14d4a57b" providerId="LiveId" clId="{A85075AC-B33D-4543-8C2B-79FAE5E938A8}" dt="2023-11-23T01:21:25.125" v="14366"/>
          <ac:spMkLst>
            <pc:docMk/>
            <pc:sldMk cId="508525414" sldId="295"/>
            <ac:spMk id="37" creationId="{7CDA6567-1313-B57F-FAFC-A35A088A7F6B}"/>
          </ac:spMkLst>
        </pc:spChg>
        <pc:spChg chg="add 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38" creationId="{4C14F5EB-BA5D-18EC-1C8A-3FF5FD84FE52}"/>
          </ac:spMkLst>
        </pc:spChg>
        <pc:spChg chg="add del mod">
          <ac:chgData name="Avinash Madavan" userId="7e28293f14d4a57b" providerId="LiveId" clId="{A85075AC-B33D-4543-8C2B-79FAE5E938A8}" dt="2023-11-23T01:24:47.672" v="14450" actId="478"/>
          <ac:spMkLst>
            <pc:docMk/>
            <pc:sldMk cId="508525414" sldId="295"/>
            <ac:spMk id="39" creationId="{26B1DDAD-5600-D538-0957-80528AA5F338}"/>
          </ac:spMkLst>
        </pc:spChg>
        <pc:spChg chg="mod">
          <ac:chgData name="Avinash Madavan" userId="7e28293f14d4a57b" providerId="LiveId" clId="{A85075AC-B33D-4543-8C2B-79FAE5E938A8}" dt="2023-11-23T01:22:26.998" v="14382"/>
          <ac:spMkLst>
            <pc:docMk/>
            <pc:sldMk cId="508525414" sldId="295"/>
            <ac:spMk id="40" creationId="{A7787104-E45D-C361-27B2-86C70574626B}"/>
          </ac:spMkLst>
        </pc:spChg>
        <pc:spChg chg="add del mod">
          <ac:chgData name="Avinash Madavan" userId="7e28293f14d4a57b" providerId="LiveId" clId="{A85075AC-B33D-4543-8C2B-79FAE5E938A8}" dt="2023-11-23T01:24:49.159" v="14451" actId="478"/>
          <ac:spMkLst>
            <pc:docMk/>
            <pc:sldMk cId="508525414" sldId="295"/>
            <ac:spMk id="41" creationId="{5320F10B-5995-6DD7-FE10-7F2D3200CF2A}"/>
          </ac:spMkLst>
        </pc:spChg>
        <pc:spChg chg="add del mod">
          <ac:chgData name="Avinash Madavan" userId="7e28293f14d4a57b" providerId="LiveId" clId="{A85075AC-B33D-4543-8C2B-79FAE5E938A8}" dt="2023-11-23T01:25:05.862" v="14457"/>
          <ac:spMkLst>
            <pc:docMk/>
            <pc:sldMk cId="508525414" sldId="295"/>
            <ac:spMk id="42" creationId="{4BBF52B4-B423-52C6-34A3-3E39B99A3328}"/>
          </ac:spMkLst>
        </pc:spChg>
        <pc:spChg chg="add 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43" creationId="{75DC1936-9CE9-4A38-ECE1-A0FF70E132CB}"/>
          </ac:spMkLst>
        </pc:spChg>
        <pc:spChg chg="add 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44" creationId="{BDF27E72-6F71-9653-1534-5DA2C1D4CC42}"/>
          </ac:spMkLst>
        </pc:spChg>
        <pc:spChg chg="del mod">
          <ac:chgData name="Avinash Madavan" userId="7e28293f14d4a57b" providerId="LiveId" clId="{A85075AC-B33D-4543-8C2B-79FAE5E938A8}" dt="2023-11-23T01:35:56.072" v="14628" actId="478"/>
          <ac:spMkLst>
            <pc:docMk/>
            <pc:sldMk cId="508525414" sldId="295"/>
            <ac:spMk id="45" creationId="{1021AEC1-C59A-182F-E830-13A58EA60D91}"/>
          </ac:spMkLst>
        </pc:spChg>
        <pc:spChg chg="add del mod">
          <ac:chgData name="Avinash Madavan" userId="7e28293f14d4a57b" providerId="LiveId" clId="{A85075AC-B33D-4543-8C2B-79FAE5E938A8}" dt="2023-11-23T01:30:13.762" v="14521" actId="11529"/>
          <ac:spMkLst>
            <pc:docMk/>
            <pc:sldMk cId="508525414" sldId="295"/>
            <ac:spMk id="46" creationId="{490F4C01-958F-9EF8-FB9F-02622830E71C}"/>
          </ac:spMkLst>
        </pc:spChg>
        <pc:spChg chg="add del mod ord">
          <ac:chgData name="Avinash Madavan" userId="7e28293f14d4a57b" providerId="LiveId" clId="{A85075AC-B33D-4543-8C2B-79FAE5E938A8}" dt="2023-11-23T01:39:03.659" v="14674"/>
          <ac:spMkLst>
            <pc:docMk/>
            <pc:sldMk cId="508525414" sldId="295"/>
            <ac:spMk id="47" creationId="{60995F3D-A774-051A-1843-CCD7AF7850D4}"/>
          </ac:spMkLst>
        </pc:spChg>
        <pc:spChg chg="add del mod ord">
          <ac:chgData name="Avinash Madavan" userId="7e28293f14d4a57b" providerId="LiveId" clId="{A85075AC-B33D-4543-8C2B-79FAE5E938A8}" dt="2023-11-23T01:37:27.458" v="14667" actId="478"/>
          <ac:spMkLst>
            <pc:docMk/>
            <pc:sldMk cId="508525414" sldId="295"/>
            <ac:spMk id="48" creationId="{C6A0A919-E6F4-D4E0-397C-F4ED77F5F411}"/>
          </ac:spMkLst>
        </pc:spChg>
        <pc:spChg chg="add del mod">
          <ac:chgData name="Avinash Madavan" userId="7e28293f14d4a57b" providerId="LiveId" clId="{A85075AC-B33D-4543-8C2B-79FAE5E938A8}" dt="2023-11-23T01:39:00.563" v="14673"/>
          <ac:spMkLst>
            <pc:docMk/>
            <pc:sldMk cId="508525414" sldId="295"/>
            <ac:spMk id="49" creationId="{39C48A63-4A70-E2E8-FEDD-932F1BD425A9}"/>
          </ac:spMkLst>
        </pc:spChg>
        <pc:spChg chg="add del mod">
          <ac:chgData name="Avinash Madavan" userId="7e28293f14d4a57b" providerId="LiveId" clId="{A85075AC-B33D-4543-8C2B-79FAE5E938A8}" dt="2023-11-23T01:39:06.598" v="14675"/>
          <ac:spMkLst>
            <pc:docMk/>
            <pc:sldMk cId="508525414" sldId="295"/>
            <ac:spMk id="50" creationId="{E6A8EFC1-89CA-4736-21CF-8B4D132C4AF5}"/>
          </ac:spMkLst>
        </pc:spChg>
        <pc:spChg chg="add del mod">
          <ac:chgData name="Avinash Madavan" userId="7e28293f14d4a57b" providerId="LiveId" clId="{A85075AC-B33D-4543-8C2B-79FAE5E938A8}" dt="2023-11-23T01:39:03.659" v="14674"/>
          <ac:spMkLst>
            <pc:docMk/>
            <pc:sldMk cId="508525414" sldId="295"/>
            <ac:spMk id="51" creationId="{0E18C488-21E5-A32E-A8DF-8A5445EEA107}"/>
          </ac:spMkLst>
        </pc:spChg>
        <pc:spChg chg="add del mod">
          <ac:chgData name="Avinash Madavan" userId="7e28293f14d4a57b" providerId="LiveId" clId="{A85075AC-B33D-4543-8C2B-79FAE5E938A8}" dt="2023-11-23T01:39:06.598" v="14675"/>
          <ac:spMkLst>
            <pc:docMk/>
            <pc:sldMk cId="508525414" sldId="295"/>
            <ac:spMk id="52" creationId="{3AD1E7A3-9CF2-2F78-83EC-A2C51FA477CD}"/>
          </ac:spMkLst>
        </pc:spChg>
        <pc:spChg chg="add del mod">
          <ac:chgData name="Avinash Madavan" userId="7e28293f14d4a57b" providerId="LiveId" clId="{A85075AC-B33D-4543-8C2B-79FAE5E938A8}" dt="2023-11-23T01:39:00.563" v="14673"/>
          <ac:spMkLst>
            <pc:docMk/>
            <pc:sldMk cId="508525414" sldId="295"/>
            <ac:spMk id="53" creationId="{857C173F-F6D8-2A14-DA05-1805DFE1393F}"/>
          </ac:spMkLst>
        </pc:spChg>
        <pc:spChg chg="mod">
          <ac:chgData name="Avinash Madavan" userId="7e28293f14d4a57b" providerId="LiveId" clId="{A85075AC-B33D-4543-8C2B-79FAE5E938A8}" dt="2023-11-23T02:28:44.893" v="15246" actId="207"/>
          <ac:spMkLst>
            <pc:docMk/>
            <pc:sldMk cId="508525414" sldId="295"/>
            <ac:spMk id="54" creationId="{EBC24233-D5E7-48E6-F786-58B6F49F7F61}"/>
          </ac:spMkLst>
        </pc:spChg>
        <pc:spChg chg="mod">
          <ac:chgData name="Avinash Madavan" userId="7e28293f14d4a57b" providerId="LiveId" clId="{A85075AC-B33D-4543-8C2B-79FAE5E938A8}" dt="2023-11-23T02:28:44.893" v="15246" actId="207"/>
          <ac:spMkLst>
            <pc:docMk/>
            <pc:sldMk cId="508525414" sldId="295"/>
            <ac:spMk id="55" creationId="{C419C134-B166-C172-CF58-054514E4BD0C}"/>
          </ac:spMkLst>
        </pc:spChg>
        <pc:spChg chg="mod">
          <ac:chgData name="Avinash Madavan" userId="7e28293f14d4a57b" providerId="LiveId" clId="{A85075AC-B33D-4543-8C2B-79FAE5E938A8}" dt="2023-11-23T02:28:44.893" v="15246" actId="207"/>
          <ac:spMkLst>
            <pc:docMk/>
            <pc:sldMk cId="508525414" sldId="295"/>
            <ac:spMk id="56" creationId="{02CA0ABE-9A99-0E8E-B2CF-2365AEB386E8}"/>
          </ac:spMkLst>
        </pc:spChg>
        <pc:spChg chg="add mod">
          <ac:chgData name="Avinash Madavan" userId="7e28293f14d4a57b" providerId="LiveId" clId="{A85075AC-B33D-4543-8C2B-79FAE5E938A8}" dt="2023-11-23T02:16:33.609" v="15006" actId="1037"/>
          <ac:spMkLst>
            <pc:docMk/>
            <pc:sldMk cId="508525414" sldId="295"/>
            <ac:spMk id="57" creationId="{D741B928-007A-561E-E34E-09B77D008A5E}"/>
          </ac:spMkLst>
        </pc:spChg>
        <pc:spChg chg="del">
          <ac:chgData name="Avinash Madavan" userId="7e28293f14d4a57b" providerId="LiveId" clId="{A85075AC-B33D-4543-8C2B-79FAE5E938A8}" dt="2023-11-23T01:12:33.704" v="14128" actId="478"/>
          <ac:spMkLst>
            <pc:docMk/>
            <pc:sldMk cId="508525414" sldId="295"/>
            <ac:spMk id="118" creationId="{B0175FE4-CAE1-49AA-28CA-00715FECACA0}"/>
          </ac:spMkLst>
        </pc:spChg>
        <pc:spChg chg="del">
          <ac:chgData name="Avinash Madavan" userId="7e28293f14d4a57b" providerId="LiveId" clId="{A85075AC-B33D-4543-8C2B-79FAE5E938A8}" dt="2023-11-23T01:12:32.067" v="14126" actId="478"/>
          <ac:spMkLst>
            <pc:docMk/>
            <pc:sldMk cId="508525414" sldId="295"/>
            <ac:spMk id="119" creationId="{9A3E50D0-2706-B01F-4E91-20F21DD0D2EC}"/>
          </ac:spMkLst>
        </pc:spChg>
        <pc:spChg chg="del">
          <ac:chgData name="Avinash Madavan" userId="7e28293f14d4a57b" providerId="LiveId" clId="{A85075AC-B33D-4543-8C2B-79FAE5E938A8}" dt="2023-11-23T01:12:32.697" v="14127" actId="478"/>
          <ac:spMkLst>
            <pc:docMk/>
            <pc:sldMk cId="508525414" sldId="295"/>
            <ac:spMk id="120" creationId="{CCE0B5DC-A86A-49EC-82BD-738BF1A7C807}"/>
          </ac:spMkLst>
        </pc:spChg>
        <pc:grpChg chg="add del mod ord">
          <ac:chgData name="Avinash Madavan" userId="7e28293f14d4a57b" providerId="LiveId" clId="{A85075AC-B33D-4543-8C2B-79FAE5E938A8}" dt="2023-11-23T01:17:59.499" v="14297" actId="165"/>
          <ac:grpSpMkLst>
            <pc:docMk/>
            <pc:sldMk cId="508525414" sldId="295"/>
            <ac:grpSpMk id="3" creationId="{D692E414-E6EE-B8F9-8290-2A772FFA97C1}"/>
          </ac:grpSpMkLst>
        </pc:grpChg>
        <pc:grpChg chg="add del mod ord">
          <ac:chgData name="Avinash Madavan" userId="7e28293f14d4a57b" providerId="LiveId" clId="{A85075AC-B33D-4543-8C2B-79FAE5E938A8}" dt="2023-11-23T01:17:53.717" v="14296"/>
          <ac:grpSpMkLst>
            <pc:docMk/>
            <pc:sldMk cId="508525414" sldId="295"/>
            <ac:grpSpMk id="24" creationId="{B9206668-D3C1-FD12-C1A2-DFBB33D78845}"/>
          </ac:grpSpMkLst>
        </pc:grpChg>
        <pc:grpChg chg="add del mod ord">
          <ac:chgData name="Avinash Madavan" userId="7e28293f14d4a57b" providerId="LiveId" clId="{A85075AC-B33D-4543-8C2B-79FAE5E938A8}" dt="2023-11-23T01:17:52.985" v="14293"/>
          <ac:grpSpMkLst>
            <pc:docMk/>
            <pc:sldMk cId="508525414" sldId="295"/>
            <ac:grpSpMk id="27" creationId="{8FE117B0-AD64-4D38-6EF4-EAC69E3A158E}"/>
          </ac:grpSpMkLst>
        </pc:grp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4" creationId="{1595866B-DCB7-53AA-8404-ACB304512029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5" creationId="{85DFF6F4-2349-02E7-0FED-A1919180BB13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6" creationId="{6B13B9B6-B964-78BB-AF89-2D00CA53D3B1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7" creationId="{783652AC-58A7-404D-145F-EB660B5F9BEA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9" creationId="{47EC5515-273B-EEA6-E235-F247F6E8FF33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10" creationId="{87692D33-4D65-7219-F9CE-1C33A4625D0A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60" creationId="{B7176F29-37D0-99D1-6914-380C8138302C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61" creationId="{BCCD2699-DE36-1B19-555A-75BA477FCA95}"/>
          </ac:picMkLst>
        </pc:picChg>
        <pc:picChg chg="mod">
          <ac:chgData name="Avinash Madavan" userId="7e28293f14d4a57b" providerId="LiveId" clId="{A85075AC-B33D-4543-8C2B-79FAE5E938A8}" dt="2023-11-23T02:10:46.161" v="14871" actId="1076"/>
          <ac:picMkLst>
            <pc:docMk/>
            <pc:sldMk cId="508525414" sldId="295"/>
            <ac:picMk id="78" creationId="{1922B1AB-3A63-9066-F8E0-A956E4541DE5}"/>
          </ac:picMkLst>
        </pc:picChg>
        <pc:cxnChg chg="add del">
          <ac:chgData name="Avinash Madavan" userId="7e28293f14d4a57b" providerId="LiveId" clId="{A85075AC-B33D-4543-8C2B-79FAE5E938A8}" dt="2023-11-23T01:14:05.669" v="14162" actId="11529"/>
          <ac:cxnSpMkLst>
            <pc:docMk/>
            <pc:sldMk cId="508525414" sldId="295"/>
            <ac:cxnSpMk id="18" creationId="{A4B73B27-ABF9-EC54-758E-D7CCD286568E}"/>
          </ac:cxnSpMkLst>
        </pc:cxnChg>
        <pc:cxnChg chg="add del mod">
          <ac:chgData name="Avinash Madavan" userId="7e28293f14d4a57b" providerId="LiveId" clId="{A85075AC-B33D-4543-8C2B-79FAE5E938A8}" dt="2023-11-23T01:37:27.458" v="14667" actId="478"/>
          <ac:cxnSpMkLst>
            <pc:docMk/>
            <pc:sldMk cId="508525414" sldId="295"/>
            <ac:cxnSpMk id="20" creationId="{E0F2EA98-FC17-50D3-2707-F2826AB211DF}"/>
          </ac:cxnSpMkLst>
        </pc:cxnChg>
        <pc:cxnChg chg="add del mod">
          <ac:chgData name="Avinash Madavan" userId="7e28293f14d4a57b" providerId="LiveId" clId="{A85075AC-B33D-4543-8C2B-79FAE5E938A8}" dt="2023-11-23T01:37:27.458" v="14667" actId="478"/>
          <ac:cxnSpMkLst>
            <pc:docMk/>
            <pc:sldMk cId="508525414" sldId="295"/>
            <ac:cxnSpMk id="22" creationId="{D67C0FD4-38B9-8398-C15E-4D1688C971B9}"/>
          </ac:cxnSpMkLst>
        </pc:cxnChg>
      </pc:sldChg>
      <pc:sldChg chg="addSp delSp modSp add del mod">
        <pc:chgData name="Avinash Madavan" userId="7e28293f14d4a57b" providerId="LiveId" clId="{A85075AC-B33D-4543-8C2B-79FAE5E938A8}" dt="2023-11-22T21:52:31.508" v="13164" actId="47"/>
        <pc:sldMkLst>
          <pc:docMk/>
          <pc:sldMk cId="1093529401" sldId="295"/>
        </pc:sldMkLst>
        <pc:spChg chg="add del mod">
          <ac:chgData name="Avinash Madavan" userId="7e28293f14d4a57b" providerId="LiveId" clId="{A85075AC-B33D-4543-8C2B-79FAE5E938A8}" dt="2023-11-22T21:49:48.914" v="13117" actId="478"/>
          <ac:spMkLst>
            <pc:docMk/>
            <pc:sldMk cId="1093529401" sldId="295"/>
            <ac:spMk id="8" creationId="{E9C63663-B100-852C-7C77-65104C56FC5C}"/>
          </ac:spMkLst>
        </pc:spChg>
        <pc:spChg chg="add mod">
          <ac:chgData name="Avinash Madavan" userId="7e28293f14d4a57b" providerId="LiveId" clId="{A85075AC-B33D-4543-8C2B-79FAE5E938A8}" dt="2023-11-22T21:52:28.290" v="13163" actId="1076"/>
          <ac:spMkLst>
            <pc:docMk/>
            <pc:sldMk cId="1093529401" sldId="295"/>
            <ac:spMk id="11" creationId="{6EE9E476-9B5B-9245-CB5D-693FE122CB38}"/>
          </ac:spMkLst>
        </pc:spChg>
        <pc:grpChg chg="add del mod">
          <ac:chgData name="Avinash Madavan" userId="7e28293f14d4a57b" providerId="LiveId" clId="{A85075AC-B33D-4543-8C2B-79FAE5E938A8}" dt="2023-11-22T21:49:46.694" v="13116" actId="478"/>
          <ac:grpSpMkLst>
            <pc:docMk/>
            <pc:sldMk cId="1093529401" sldId="295"/>
            <ac:grpSpMk id="27" creationId="{4C2A232A-5303-FB05-9EB6-EE4C94E9575D}"/>
          </ac:grpSpMkLst>
        </pc:grpChg>
        <pc:picChg chg="add del mod">
          <ac:chgData name="Avinash Madavan" userId="7e28293f14d4a57b" providerId="LiveId" clId="{A85075AC-B33D-4543-8C2B-79FAE5E938A8}" dt="2023-11-22T21:49:11.236" v="13105" actId="478"/>
          <ac:picMkLst>
            <pc:docMk/>
            <pc:sldMk cId="1093529401" sldId="295"/>
            <ac:picMk id="5" creationId="{9265DBA7-06BD-A70E-5A83-2D5C3FD32AAD}"/>
          </ac:picMkLst>
        </pc:picChg>
        <pc:picChg chg="add mod">
          <ac:chgData name="Avinash Madavan" userId="7e28293f14d4a57b" providerId="LiveId" clId="{A85075AC-B33D-4543-8C2B-79FAE5E938A8}" dt="2023-11-22T21:49:23.896" v="13111" actId="196"/>
          <ac:picMkLst>
            <pc:docMk/>
            <pc:sldMk cId="1093529401" sldId="295"/>
            <ac:picMk id="7" creationId="{49F03CC6-85AC-6E76-3B3D-D4251823B062}"/>
          </ac:picMkLst>
        </pc:picChg>
      </pc:sldChg>
      <pc:sldChg chg="modSp add mod">
        <pc:chgData name="Avinash Madavan" userId="7e28293f14d4a57b" providerId="LiveId" clId="{A85075AC-B33D-4543-8C2B-79FAE5E938A8}" dt="2023-11-23T02:20:08.900" v="15068" actId="6559"/>
        <pc:sldMkLst>
          <pc:docMk/>
          <pc:sldMk cId="43551511" sldId="296"/>
        </pc:sldMkLst>
        <pc:spChg chg="mod">
          <ac:chgData name="Avinash Madavan" userId="7e28293f14d4a57b" providerId="LiveId" clId="{A85075AC-B33D-4543-8C2B-79FAE5E938A8}" dt="2023-11-23T02:20:08.900" v="15068" actId="6559"/>
          <ac:spMkLst>
            <pc:docMk/>
            <pc:sldMk cId="43551511" sldId="296"/>
            <ac:spMk id="23" creationId="{D975052E-C2DD-5F71-42B4-B12FAF2EEC4C}"/>
          </ac:spMkLst>
        </pc:spChg>
      </pc:sldChg>
      <pc:sldChg chg="addSp delSp modSp add del mod">
        <pc:chgData name="Avinash Madavan" userId="7e28293f14d4a57b" providerId="LiveId" clId="{A85075AC-B33D-4543-8C2B-79FAE5E938A8}" dt="2023-11-23T01:40:08.720" v="14681" actId="2696"/>
        <pc:sldMkLst>
          <pc:docMk/>
          <pc:sldMk cId="901441721" sldId="296"/>
        </pc:sldMkLst>
        <pc:spChg chg="del mod topLvl">
          <ac:chgData name="Avinash Madavan" userId="7e28293f14d4a57b" providerId="LiveId" clId="{A85075AC-B33D-4543-8C2B-79FAE5E938A8}" dt="2023-11-23T01:30:48.712" v="14530"/>
          <ac:spMkLst>
            <pc:docMk/>
            <pc:sldMk cId="901441721" sldId="296"/>
            <ac:spMk id="8" creationId="{098B797B-FA20-C5E3-2406-E1D2F6722862}"/>
          </ac:spMkLst>
        </pc:spChg>
        <pc:spChg chg="del mod topLvl">
          <ac:chgData name="Avinash Madavan" userId="7e28293f14d4a57b" providerId="LiveId" clId="{A85075AC-B33D-4543-8C2B-79FAE5E938A8}" dt="2023-11-23T01:30:48.712" v="14530"/>
          <ac:spMkLst>
            <pc:docMk/>
            <pc:sldMk cId="901441721" sldId="296"/>
            <ac:spMk id="11" creationId="{0C3E0484-361F-6197-DD13-772BA0E1940B}"/>
          </ac:spMkLst>
        </pc:spChg>
        <pc:spChg chg="del mod">
          <ac:chgData name="Avinash Madavan" userId="7e28293f14d4a57b" providerId="LiveId" clId="{A85075AC-B33D-4543-8C2B-79FAE5E938A8}" dt="2023-11-23T01:34:31.311" v="14607"/>
          <ac:spMkLst>
            <pc:docMk/>
            <pc:sldMk cId="901441721" sldId="296"/>
            <ac:spMk id="15" creationId="{636B4537-3406-AF8D-A31C-B0294D010166}"/>
          </ac:spMkLst>
        </pc:spChg>
        <pc:spChg chg="del">
          <ac:chgData name="Avinash Madavan" userId="7e28293f14d4a57b" providerId="LiveId" clId="{A85075AC-B33D-4543-8C2B-79FAE5E938A8}" dt="2023-11-23T01:29:12.830" v="14503" actId="478"/>
          <ac:spMkLst>
            <pc:docMk/>
            <pc:sldMk cId="901441721" sldId="296"/>
            <ac:spMk id="16" creationId="{3E80BC49-3337-221F-FAD6-F71B1E205AD0}"/>
          </ac:spMkLst>
        </pc:spChg>
        <pc:spChg chg="add del mod">
          <ac:chgData name="Avinash Madavan" userId="7e28293f14d4a57b" providerId="LiveId" clId="{A85075AC-B33D-4543-8C2B-79FAE5E938A8}" dt="2023-11-23T01:34:35.055" v="14608"/>
          <ac:spMkLst>
            <pc:docMk/>
            <pc:sldMk cId="901441721" sldId="296"/>
            <ac:spMk id="17" creationId="{F49B093F-144E-6CE8-D8E9-9D43F2ACBA9F}"/>
          </ac:spMkLst>
        </pc:spChg>
        <pc:spChg chg="mod">
          <ac:chgData name="Avinash Madavan" userId="7e28293f14d4a57b" providerId="LiveId" clId="{A85075AC-B33D-4543-8C2B-79FAE5E938A8}" dt="2023-11-23T01:30:38.956" v="14527"/>
          <ac:spMkLst>
            <pc:docMk/>
            <pc:sldMk cId="901441721" sldId="296"/>
            <ac:spMk id="19" creationId="{03336C4E-C12E-EF3A-A638-FECEB60BAC46}"/>
          </ac:spMkLst>
        </pc:spChg>
        <pc:spChg chg="mod">
          <ac:chgData name="Avinash Madavan" userId="7e28293f14d4a57b" providerId="LiveId" clId="{A85075AC-B33D-4543-8C2B-79FAE5E938A8}" dt="2023-11-23T01:30:38.956" v="14527"/>
          <ac:spMkLst>
            <pc:docMk/>
            <pc:sldMk cId="901441721" sldId="296"/>
            <ac:spMk id="21" creationId="{35959E8E-7A1E-0D51-CE8F-E6D14BAC51B4}"/>
          </ac:spMkLst>
        </pc:spChg>
        <pc:spChg chg="add del mod">
          <ac:chgData name="Avinash Madavan" userId="7e28293f14d4a57b" providerId="LiveId" clId="{A85075AC-B33D-4543-8C2B-79FAE5E938A8}" dt="2023-11-23T01:35:33.567" v="14623"/>
          <ac:spMkLst>
            <pc:docMk/>
            <pc:sldMk cId="901441721" sldId="296"/>
            <ac:spMk id="23" creationId="{10A1AB42-4A4E-D1FD-039C-7E86F385B21E}"/>
          </ac:spMkLst>
        </pc:spChg>
        <pc:spChg chg="add del mod">
          <ac:chgData name="Avinash Madavan" userId="7e28293f14d4a57b" providerId="LiveId" clId="{A85075AC-B33D-4543-8C2B-79FAE5E938A8}" dt="2023-11-23T01:35:33.567" v="14623"/>
          <ac:spMkLst>
            <pc:docMk/>
            <pc:sldMk cId="901441721" sldId="296"/>
            <ac:spMk id="24" creationId="{126D69C9-277A-FCA4-C3D1-088A17DA498C}"/>
          </ac:spMkLst>
        </pc:spChg>
        <pc:spChg chg="add del mod">
          <ac:chgData name="Avinash Madavan" userId="7e28293f14d4a57b" providerId="LiveId" clId="{A85075AC-B33D-4543-8C2B-79FAE5E938A8}" dt="2023-11-23T01:32:03.914" v="14545" actId="478"/>
          <ac:spMkLst>
            <pc:docMk/>
            <pc:sldMk cId="901441721" sldId="296"/>
            <ac:spMk id="25" creationId="{8F6FC5B9-E26E-A405-B7DF-9E5DD623F599}"/>
          </ac:spMkLst>
        </pc:spChg>
        <pc:spChg chg="add del mod">
          <ac:chgData name="Avinash Madavan" userId="7e28293f14d4a57b" providerId="LiveId" clId="{A85075AC-B33D-4543-8C2B-79FAE5E938A8}" dt="2023-11-23T01:34:35.055" v="14608"/>
          <ac:spMkLst>
            <pc:docMk/>
            <pc:sldMk cId="901441721" sldId="296"/>
            <ac:spMk id="26" creationId="{90CBEA81-FDD0-E2CA-21A2-D72A45860EE4}"/>
          </ac:spMkLst>
        </pc:spChg>
        <pc:spChg chg="add del mod">
          <ac:chgData name="Avinash Madavan" userId="7e28293f14d4a57b" providerId="LiveId" clId="{A85075AC-B33D-4543-8C2B-79FAE5E938A8}" dt="2023-11-23T01:34:31.311" v="14607"/>
          <ac:spMkLst>
            <pc:docMk/>
            <pc:sldMk cId="901441721" sldId="296"/>
            <ac:spMk id="27" creationId="{FB4D310E-BA1F-A6EB-AD9E-289ADA5589B4}"/>
          </ac:spMkLst>
        </pc:spChg>
        <pc:spChg chg="mod">
          <ac:chgData name="Avinash Madavan" userId="7e28293f14d4a57b" providerId="LiveId" clId="{A85075AC-B33D-4543-8C2B-79FAE5E938A8}" dt="2023-11-23T01:35:40.005" v="14627" actId="207"/>
          <ac:spMkLst>
            <pc:docMk/>
            <pc:sldMk cId="901441721" sldId="296"/>
            <ac:spMk id="28" creationId="{D4F4B961-80DE-F1E5-62EF-111B1F6139BD}"/>
          </ac:spMkLst>
        </pc:spChg>
        <pc:spChg chg="mod">
          <ac:chgData name="Avinash Madavan" userId="7e28293f14d4a57b" providerId="LiveId" clId="{A85075AC-B33D-4543-8C2B-79FAE5E938A8}" dt="2023-11-23T01:35:40.005" v="14627" actId="207"/>
          <ac:spMkLst>
            <pc:docMk/>
            <pc:sldMk cId="901441721" sldId="296"/>
            <ac:spMk id="29" creationId="{B11EBA97-FA48-1E9D-7130-C11F051FD5D1}"/>
          </ac:spMkLst>
        </pc:spChg>
        <pc:spChg chg="mod">
          <ac:chgData name="Avinash Madavan" userId="7e28293f14d4a57b" providerId="LiveId" clId="{A85075AC-B33D-4543-8C2B-79FAE5E938A8}" dt="2023-11-23T01:35:14.258" v="14619"/>
          <ac:spMkLst>
            <pc:docMk/>
            <pc:sldMk cId="901441721" sldId="296"/>
            <ac:spMk id="30" creationId="{83583863-9DD7-19A2-0912-3B140F1D9C29}"/>
          </ac:spMkLst>
        </pc:spChg>
        <pc:spChg chg="add mod ord">
          <ac:chgData name="Avinash Madavan" userId="7e28293f14d4a57b" providerId="LiveId" clId="{A85075AC-B33D-4543-8C2B-79FAE5E938A8}" dt="2023-11-23T01:35:22.963" v="14622" actId="167"/>
          <ac:spMkLst>
            <pc:docMk/>
            <pc:sldMk cId="901441721" sldId="296"/>
            <ac:spMk id="31" creationId="{7B0E30C6-8168-E527-749C-B41992725181}"/>
          </ac:spMkLst>
        </pc:spChg>
        <pc:spChg chg="mod">
          <ac:chgData name="Avinash Madavan" userId="7e28293f14d4a57b" providerId="LiveId" clId="{A85075AC-B33D-4543-8C2B-79FAE5E938A8}" dt="2023-11-23T01:35:40.005" v="14627" actId="207"/>
          <ac:spMkLst>
            <pc:docMk/>
            <pc:sldMk cId="901441721" sldId="296"/>
            <ac:spMk id="32" creationId="{A831CE19-E3CF-D890-B0F9-045B109383B6}"/>
          </ac:spMkLst>
        </pc:spChg>
        <pc:grpChg chg="del">
          <ac:chgData name="Avinash Madavan" userId="7e28293f14d4a57b" providerId="LiveId" clId="{A85075AC-B33D-4543-8C2B-79FAE5E938A8}" dt="2023-11-23T01:30:42.225" v="14529" actId="165"/>
          <ac:grpSpMkLst>
            <pc:docMk/>
            <pc:sldMk cId="901441721" sldId="296"/>
            <ac:grpSpMk id="3" creationId="{D692E414-E6EE-B8F9-8290-2A772FFA97C1}"/>
          </ac:grpSpMkLst>
        </pc:grpChg>
        <pc:grpChg chg="add del mod">
          <ac:chgData name="Avinash Madavan" userId="7e28293f14d4a57b" providerId="LiveId" clId="{A85075AC-B33D-4543-8C2B-79FAE5E938A8}" dt="2023-11-23T01:30:39.912" v="14528"/>
          <ac:grpSpMkLst>
            <pc:docMk/>
            <pc:sldMk cId="901441721" sldId="296"/>
            <ac:grpSpMk id="18" creationId="{B5ADD8B5-584C-818D-3B0D-65197CD0172B}"/>
          </ac:grpSpMkLst>
        </pc:grpChg>
        <pc:cxnChg chg="mod">
          <ac:chgData name="Avinash Madavan" userId="7e28293f14d4a57b" providerId="LiveId" clId="{A85075AC-B33D-4543-8C2B-79FAE5E938A8}" dt="2023-11-23T01:31:17.185" v="14535" actId="1037"/>
          <ac:cxnSpMkLst>
            <pc:docMk/>
            <pc:sldMk cId="901441721" sldId="296"/>
            <ac:cxnSpMk id="20" creationId="{E0F2EA98-FC17-50D3-2707-F2826AB211DF}"/>
          </ac:cxnSpMkLst>
        </pc:cxnChg>
        <pc:cxnChg chg="mod">
          <ac:chgData name="Avinash Madavan" userId="7e28293f14d4a57b" providerId="LiveId" clId="{A85075AC-B33D-4543-8C2B-79FAE5E938A8}" dt="2023-11-23T01:31:08.638" v="14534" actId="1076"/>
          <ac:cxnSpMkLst>
            <pc:docMk/>
            <pc:sldMk cId="901441721" sldId="296"/>
            <ac:cxnSpMk id="22" creationId="{D67C0FD4-38B9-8398-C15E-4D1688C971B9}"/>
          </ac:cxnSpMkLst>
        </pc:cxnChg>
      </pc:sldChg>
      <pc:sldChg chg="add del">
        <pc:chgData name="Avinash Madavan" userId="7e28293f14d4a57b" providerId="LiveId" clId="{A85075AC-B33D-4543-8C2B-79FAE5E938A8}" dt="2023-11-22T21:48:55.186" v="13103"/>
        <pc:sldMkLst>
          <pc:docMk/>
          <pc:sldMk cId="1703836164" sldId="296"/>
        </pc:sldMkLst>
      </pc:sldChg>
      <pc:sldChg chg="add del">
        <pc:chgData name="Avinash Madavan" userId="7e28293f14d4a57b" providerId="LiveId" clId="{A85075AC-B33D-4543-8C2B-79FAE5E938A8}" dt="2023-11-23T01:12:18.951" v="14123"/>
        <pc:sldMkLst>
          <pc:docMk/>
          <pc:sldMk cId="2985771298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11934-2DE6-4BAD-B31E-64A053657B86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A5868-7E20-4D15-9547-8B533856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9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01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Following book sections</a:t>
            </a:r>
          </a:p>
          <a:p>
            <a:r>
              <a:rPr lang="en-US" dirty="0"/>
              <a:t>- Added what is rethinking section as I think it’s an important place to start.</a:t>
            </a:r>
          </a:p>
          <a:p>
            <a:r>
              <a:rPr lang="en-US" dirty="0"/>
              <a:t>- Individual rethinking is about updating our beliefs as individuals.</a:t>
            </a:r>
          </a:p>
          <a:p>
            <a:r>
              <a:rPr lang="en-US" dirty="0"/>
              <a:t>- Interpersonal rethinking is about updating the beliefs of others.</a:t>
            </a:r>
          </a:p>
          <a:p>
            <a:r>
              <a:rPr lang="en-US" dirty="0"/>
              <a:t>- Collective rethinking is about building a community that encourages rethinking.</a:t>
            </a:r>
          </a:p>
          <a:p>
            <a:r>
              <a:rPr lang="en-US" dirty="0"/>
              <a:t>- Conclusions outlines things we can do to rethink across all these spectra.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10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8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an example, such as starting a new research or industry initiative.</a:t>
            </a:r>
          </a:p>
          <a:p>
            <a:r>
              <a:rPr lang="en-US" dirty="0"/>
              <a:t>- Begin with information gathering (solicitation)</a:t>
            </a:r>
          </a:p>
          <a:p>
            <a:r>
              <a:rPr lang="en-US" dirty="0"/>
              <a:t>- Must consider all alternatives and identify the “best”</a:t>
            </a:r>
          </a:p>
          <a:p>
            <a:r>
              <a:rPr lang="en-US" dirty="0"/>
              <a:t>- Ultimately leading to a decision</a:t>
            </a:r>
          </a:p>
          <a:p>
            <a:r>
              <a:rPr lang="en-US" dirty="0"/>
              <a:t>- Rethinking seeks to reassess the decision, not by reprocessing alternatives, but by regathering information</a:t>
            </a:r>
          </a:p>
          <a:p>
            <a:r>
              <a:rPr lang="en-US" dirty="0"/>
              <a:t>- You may notice that the information looks different -&gt; leading to a piece of the answer of why we need rethinking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07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Inadequate information</a:t>
            </a:r>
          </a:p>
          <a:p>
            <a:r>
              <a:rPr lang="en-US" dirty="0"/>
              <a:t>- solicitation that doesn’t reach a complete audience.</a:t>
            </a:r>
          </a:p>
          <a:p>
            <a:r>
              <a:rPr lang="en-US" dirty="0"/>
              <a:t>- information changes over time (i.e. electric aviation impractical 40 </a:t>
            </a:r>
            <a:r>
              <a:rPr lang="en-US" dirty="0" err="1"/>
              <a:t>yrs</a:t>
            </a:r>
            <a:r>
              <a:rPr lang="en-US" dirty="0"/>
              <a:t> ago, but it’s important today)</a:t>
            </a:r>
          </a:p>
          <a:p>
            <a:r>
              <a:rPr lang="en-US" dirty="0"/>
              <a:t>Bad Information</a:t>
            </a:r>
          </a:p>
          <a:p>
            <a:r>
              <a:rPr lang="en-US" dirty="0"/>
              <a:t>- people are biased.</a:t>
            </a:r>
          </a:p>
          <a:p>
            <a:r>
              <a:rPr lang="en-US" dirty="0"/>
              <a:t>- vested interests of individuals dictates what information is available (malicious or not)</a:t>
            </a:r>
          </a:p>
          <a:p>
            <a:r>
              <a:rPr lang="en-US" dirty="0"/>
              <a:t>Changes in processing</a:t>
            </a:r>
          </a:p>
          <a:p>
            <a:r>
              <a:rPr lang="en-US" dirty="0"/>
              <a:t>- we change our views and perceptions over time (growth)</a:t>
            </a:r>
          </a:p>
          <a:p>
            <a:r>
              <a:rPr lang="en-US" dirty="0"/>
              <a:t>- changing jobs means people needing to reassess and understand prior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75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is about updating our own beliefs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2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sharing our beliefs, we often take on one of these three roles.</a:t>
            </a:r>
          </a:p>
          <a:p>
            <a:r>
              <a:rPr lang="en-US" dirty="0"/>
              <a:t>Preacher – when somebody tells us that we are wrong, we expound and defend our view</a:t>
            </a:r>
          </a:p>
          <a:p>
            <a:r>
              <a:rPr lang="en-US" dirty="0"/>
              <a:t>Prosecutor – when somebody says something we don’t agree with, we attack their view, pick apart and focus on their errors</a:t>
            </a:r>
          </a:p>
          <a:p>
            <a:r>
              <a:rPr lang="en-US" dirty="0"/>
              <a:t>Politician – decisions are often presumed to be binary and we fight for our side, while ignoring and belittling the opposing view</a:t>
            </a:r>
          </a:p>
          <a:p>
            <a:r>
              <a:rPr lang="en-US" dirty="0"/>
              <a:t>All assume their beliefs represent truth.</a:t>
            </a:r>
          </a:p>
          <a:p>
            <a:endParaRPr lang="en-US" dirty="0"/>
          </a:p>
          <a:p>
            <a:r>
              <a:rPr lang="en-US" dirty="0"/>
              <a:t>… There is a fourth option (click for animation)… the scientist</a:t>
            </a:r>
          </a:p>
          <a:p>
            <a:r>
              <a:rPr lang="en-US" dirty="0"/>
              <a:t>The scientist’s mode of thinking does not assume that their beliefs are true, and in fact often assumes them to be false.</a:t>
            </a:r>
          </a:p>
          <a:p>
            <a:r>
              <a:rPr lang="en-US" dirty="0"/>
              <a:t>This allows for their beliefs to shift and grow to better reflect he world around them.</a:t>
            </a:r>
          </a:p>
          <a:p>
            <a:r>
              <a:rPr lang="en-US" dirty="0"/>
              <a:t>So how do we think like a scientist?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5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Thinking like a scientist requires keeping an open mind.</a:t>
            </a:r>
          </a:p>
          <a:p>
            <a:r>
              <a:rPr lang="en-US" dirty="0"/>
              <a:t>- Dunning-Kruger effect says most confident people are often those with the least competence (or expertise)</a:t>
            </a:r>
          </a:p>
          <a:p>
            <a:r>
              <a:rPr lang="en-US" dirty="0"/>
              <a:t>- The peak is called “Mount Stupid”</a:t>
            </a:r>
          </a:p>
          <a:p>
            <a:r>
              <a:rPr lang="en-US" dirty="0"/>
              <a:t>- Pride -&gt; conviction -&gt; confirmation/desirability bias -&gt; validation -&gt; pride</a:t>
            </a:r>
          </a:p>
          <a:p>
            <a:r>
              <a:rPr lang="en-US" dirty="0"/>
              <a:t>- Humility -&gt; doubt -&gt; curiosity -&gt; discovery -&gt; humility</a:t>
            </a:r>
          </a:p>
          <a:p>
            <a:r>
              <a:rPr lang="en-US" dirty="0"/>
              <a:t>- Confidence is okay as long as it is in our abilities but not your tools</a:t>
            </a:r>
          </a:p>
          <a:p>
            <a:endParaRPr lang="en-US" dirty="0"/>
          </a:p>
          <a:p>
            <a:r>
              <a:rPr lang="en-US" dirty="0"/>
              <a:t>Embrace being wrong</a:t>
            </a:r>
          </a:p>
          <a:p>
            <a:r>
              <a:rPr lang="en-US" dirty="0"/>
              <a:t>- Wright brothers would often get into deep arguments for days/weeks/months</a:t>
            </a:r>
          </a:p>
          <a:p>
            <a:r>
              <a:rPr lang="en-US" dirty="0"/>
              <a:t>- At the end, they would come back together taking the opposing point of view</a:t>
            </a:r>
          </a:p>
          <a:p>
            <a:r>
              <a:rPr lang="en-US" dirty="0"/>
              <a:t>- Provides a better and deeper understanding of the merits of any solution</a:t>
            </a:r>
          </a:p>
          <a:p>
            <a:r>
              <a:rPr lang="en-US" dirty="0"/>
              <a:t>- Pixar riding high after Toy Story in early 2000s</a:t>
            </a:r>
          </a:p>
          <a:p>
            <a:r>
              <a:rPr lang="en-US" dirty="0"/>
              <a:t>- Brad Bird wanted to do something new, but was told it was impossible</a:t>
            </a:r>
          </a:p>
          <a:p>
            <a:r>
              <a:rPr lang="en-US" dirty="0"/>
              <a:t>- He sought out the most disagreeable ppl, the black sheep, the pirates</a:t>
            </a:r>
          </a:p>
          <a:p>
            <a:r>
              <a:rPr lang="en-US" dirty="0"/>
              <a:t>- The result was The Incredibles</a:t>
            </a:r>
          </a:p>
          <a:p>
            <a:r>
              <a:rPr lang="en-US" dirty="0"/>
              <a:t>- Disagreeable ppl challenge and allow for rethinking, pushing the boundaries</a:t>
            </a:r>
          </a:p>
          <a:p>
            <a:endParaRPr lang="en-US" dirty="0"/>
          </a:p>
          <a:p>
            <a:r>
              <a:rPr lang="en-US" dirty="0"/>
              <a:t>… be a scientist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71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question: who thinks preschools should be subsidized?</a:t>
            </a:r>
          </a:p>
          <a:p>
            <a:r>
              <a:rPr lang="en-US" dirty="0"/>
              <a:t>After question: who won the debate?</a:t>
            </a:r>
          </a:p>
          <a:p>
            <a:endParaRPr lang="en-US" dirty="0"/>
          </a:p>
          <a:p>
            <a:r>
              <a:rPr lang="en-US" dirty="0"/>
              <a:t>This was paraphrasing a real debate between expert debater, Harish Natarajan, and the first AI debater, called Project Debater, made by IBM.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4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Harish’s arguments so persuasive?</a:t>
            </a:r>
          </a:p>
          <a:p>
            <a:r>
              <a:rPr lang="en-US" dirty="0"/>
              <a:t>- First he sought out to establish common ground.</a:t>
            </a:r>
          </a:p>
          <a:p>
            <a:r>
              <a:rPr lang="en-US" dirty="0"/>
              <a:t>- Even if you disagree, you understand his viewpoint is not that far off from our own.</a:t>
            </a:r>
          </a:p>
          <a:p>
            <a:r>
              <a:rPr lang="en-US" dirty="0"/>
              <a:t>- The AI debater had a lot of arguments, many of which only weakened its point.</a:t>
            </a:r>
          </a:p>
          <a:p>
            <a:r>
              <a:rPr lang="en-US" dirty="0"/>
              <a:t>- Harish had only a few arguments, but they were all strong.</a:t>
            </a:r>
          </a:p>
          <a:p>
            <a:endParaRPr lang="en-US" dirty="0"/>
          </a:p>
          <a:p>
            <a:r>
              <a:rPr lang="en-US" dirty="0"/>
              <a:t>Another example is the heroic story of Daryl Davis, a Blues musician who gained additional fame for single-handedly caused over 200 Klansmen to give up their robes.</a:t>
            </a:r>
          </a:p>
          <a:p>
            <a:r>
              <a:rPr lang="en-US" dirty="0"/>
              <a:t>- Daryl Davis originally started by playing in a bar.</a:t>
            </a:r>
          </a:p>
          <a:p>
            <a:r>
              <a:rPr lang="en-US" dirty="0"/>
              <a:t>- An older white man approached after saying he was surprised a black man could play like Jerry Lee Lewis.</a:t>
            </a:r>
          </a:p>
          <a:p>
            <a:r>
              <a:rPr lang="en-US" dirty="0"/>
              <a:t>- Daryl said he was friends with Jerry Lee Lewis and Lewis had been inspired by many black musicians.</a:t>
            </a:r>
          </a:p>
          <a:p>
            <a:r>
              <a:rPr lang="en-US" dirty="0"/>
              <a:t>- The man skeptically invited for a drink, before revealing himself as a Klansman.</a:t>
            </a:r>
          </a:p>
          <a:p>
            <a:r>
              <a:rPr lang="en-US" dirty="0"/>
              <a:t>- Daryl initially laughed, and the man showed his membership card.</a:t>
            </a:r>
          </a:p>
          <a:p>
            <a:r>
              <a:rPr lang="en-US" dirty="0"/>
              <a:t>- Daryl asked him the simple question “how can you hate me when you don’t even know me?”</a:t>
            </a:r>
          </a:p>
          <a:p>
            <a:r>
              <a:rPr lang="en-US" dirty="0"/>
              <a:t>- This sparked the beginning of a friendship that ultimately led to the man giving Daryl his robe.</a:t>
            </a:r>
          </a:p>
          <a:p>
            <a:r>
              <a:rPr lang="en-US" dirty="0"/>
              <a:t>- Daryl’s story is important because he did not attack or diminish the man’s view.</a:t>
            </a:r>
          </a:p>
          <a:p>
            <a:r>
              <a:rPr lang="en-US" dirty="0"/>
              <a:t>- Rather he questioned how he could feel that way and in that way gave him a chance to learn.</a:t>
            </a:r>
          </a:p>
          <a:p>
            <a:endParaRPr lang="en-US" dirty="0"/>
          </a:p>
          <a:p>
            <a:r>
              <a:rPr lang="en-US" dirty="0"/>
              <a:t>Debate is a dance, in that it is not about winning or losing.</a:t>
            </a:r>
          </a:p>
          <a:p>
            <a:r>
              <a:rPr lang="en-US" dirty="0"/>
              <a:t>- There is a back and forth and almost a partnership.</a:t>
            </a:r>
          </a:p>
          <a:p>
            <a:r>
              <a:rPr lang="en-US" dirty="0"/>
              <a:t>- Sometimes you take a step back and sometimes forward.</a:t>
            </a:r>
          </a:p>
          <a:p>
            <a:r>
              <a:rPr lang="en-US" dirty="0"/>
              <a:t>- Changing minds requires yours to be open to understanding their movements.</a:t>
            </a:r>
          </a:p>
          <a:p>
            <a:endParaRPr lang="en-US" dirty="0"/>
          </a:p>
          <a:p>
            <a:r>
              <a:rPr lang="en-US" dirty="0"/>
              <a:t>… be a scientist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98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81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to rethink the problem as it occurred and the result was potentially dangerous.</a:t>
            </a:r>
          </a:p>
          <a:p>
            <a:endParaRPr lang="en-US" dirty="0"/>
          </a:p>
          <a:p>
            <a:r>
              <a:rPr lang="en-US" dirty="0"/>
              <a:t>Challenger faced a similar problem</a:t>
            </a:r>
          </a:p>
          <a:p>
            <a:r>
              <a:rPr lang="en-US" dirty="0"/>
              <a:t>- The </a:t>
            </a:r>
            <a:r>
              <a:rPr lang="en-US" dirty="0" err="1"/>
              <a:t>o-rings</a:t>
            </a:r>
            <a:r>
              <a:rPr lang="en-US" dirty="0"/>
              <a:t> were known to fail, but were not rethought</a:t>
            </a:r>
          </a:p>
          <a:p>
            <a:r>
              <a:rPr lang="en-US" dirty="0"/>
              <a:t>- Cold snap resulted in a complete failure</a:t>
            </a:r>
          </a:p>
          <a:p>
            <a:endParaRPr lang="en-US" dirty="0"/>
          </a:p>
          <a:p>
            <a:r>
              <a:rPr lang="en-US" dirty="0"/>
              <a:t>Columbia</a:t>
            </a:r>
          </a:p>
          <a:p>
            <a:r>
              <a:rPr lang="en-US" dirty="0"/>
              <a:t>- The fallen insulation was a known issue</a:t>
            </a:r>
          </a:p>
          <a:p>
            <a:r>
              <a:rPr lang="en-US" dirty="0"/>
              <a:t>- Insulation had fallen in the past, so was discounted</a:t>
            </a:r>
          </a:p>
          <a:p>
            <a:r>
              <a:rPr lang="en-US" dirty="0"/>
              <a:t>- An engineer asked to reassess, but was told that it was not important</a:t>
            </a:r>
          </a:p>
          <a:p>
            <a:r>
              <a:rPr lang="en-US" dirty="0"/>
              <a:t>- Later that engineer did not feel comfortable speaking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54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NASA engineers who voiced concerns were dismissed.</a:t>
            </a:r>
          </a:p>
          <a:p>
            <a:r>
              <a:rPr lang="en-US" dirty="0"/>
              <a:t>It’s not surprising they stopped voicing opinions.</a:t>
            </a:r>
          </a:p>
          <a:p>
            <a:r>
              <a:rPr lang="en-US" dirty="0"/>
              <a:t>In doing so, NASA lost the ability to respond to these failures before they happened.</a:t>
            </a:r>
          </a:p>
          <a:p>
            <a:r>
              <a:rPr lang="en-US" dirty="0"/>
              <a:t>All rethinking was reactionary rather than proactive.</a:t>
            </a:r>
          </a:p>
          <a:p>
            <a:r>
              <a:rPr lang="en-US" dirty="0"/>
              <a:t>All rethinking was done after disaster rather than used to mitigate potential disaster.</a:t>
            </a:r>
          </a:p>
          <a:p>
            <a:endParaRPr lang="en-US" dirty="0"/>
          </a:p>
          <a:p>
            <a:r>
              <a:rPr lang="en-US" dirty="0"/>
              <a:t>Highlights the need for psychological safety.</a:t>
            </a:r>
          </a:p>
          <a:p>
            <a:r>
              <a:rPr lang="en-US" dirty="0"/>
              <a:t>- Engineers should have felt comfortable and even emboldened to raise concerns and address them before they happened.</a:t>
            </a:r>
          </a:p>
          <a:p>
            <a:r>
              <a:rPr lang="en-US" dirty="0"/>
              <a:t>- Do not just accept things because that is how they were done.</a:t>
            </a:r>
          </a:p>
          <a:p>
            <a:r>
              <a:rPr lang="en-US" dirty="0"/>
              <a:t>- Ask the question why is that true? If the answer is somebody said so, then perhaps it should be rethought.</a:t>
            </a:r>
          </a:p>
          <a:p>
            <a:endParaRPr lang="en-US" dirty="0"/>
          </a:p>
          <a:p>
            <a:r>
              <a:rPr lang="en-US" dirty="0"/>
              <a:t>Ellen Ochoa, first Latina in space, took over 1 month before Challenger.</a:t>
            </a:r>
          </a:p>
          <a:p>
            <a:r>
              <a:rPr lang="en-US" dirty="0"/>
              <a:t>- In the wake, asked how this could have happened.</a:t>
            </a:r>
          </a:p>
          <a:p>
            <a:r>
              <a:rPr lang="en-US" dirty="0"/>
              <a:t>- Tried to begin rethinking beforehand and kept these questions.</a:t>
            </a:r>
          </a:p>
          <a:p>
            <a:r>
              <a:rPr lang="en-US" dirty="0"/>
              <a:t>- Goal was encouraging rethinking before</a:t>
            </a:r>
          </a:p>
          <a:p>
            <a:endParaRPr lang="en-US" dirty="0"/>
          </a:p>
          <a:p>
            <a:r>
              <a:rPr lang="en-US" dirty="0"/>
              <a:t>Comic illustrates how it is important to address questions in which our knowledge fails.</a:t>
            </a:r>
          </a:p>
          <a:p>
            <a:r>
              <a:rPr lang="en-US" dirty="0"/>
              <a:t>- Do not move on or ignore.</a:t>
            </a:r>
          </a:p>
          <a:p>
            <a:r>
              <a:rPr lang="en-US" dirty="0"/>
              <a:t>- Study and learn from it as a group or organization.</a:t>
            </a:r>
          </a:p>
          <a:p>
            <a:endParaRPr lang="en-US" dirty="0"/>
          </a:p>
          <a:p>
            <a:r>
              <a:rPr lang="en-US" dirty="0"/>
              <a:t>As leaders and decision-makers, we need to foster environments in which people are comfortable sharing their views.</a:t>
            </a:r>
          </a:p>
          <a:p>
            <a:r>
              <a:rPr lang="en-US" dirty="0"/>
              <a:t>- You don’t have information, but you are working with people who do.</a:t>
            </a:r>
          </a:p>
          <a:p>
            <a:r>
              <a:rPr lang="en-US" dirty="0"/>
              <a:t>- Be humble, and acknowledge your lack of knowledge, so you can gain as much as you can.</a:t>
            </a:r>
          </a:p>
          <a:p>
            <a:r>
              <a:rPr lang="en-US" dirty="0"/>
              <a:t>- Be curious, and ask questions to fill the gaps in your understanding.</a:t>
            </a:r>
          </a:p>
          <a:p>
            <a:endParaRPr lang="en-US" dirty="0"/>
          </a:p>
          <a:p>
            <a:r>
              <a:rPr lang="en-US" dirty="0"/>
              <a:t>… be a scientist (and in this case a student).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rethinking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Develop a habit of thinking again.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Think like a scientist.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Remain unattached to ideas.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Seek out opposing views.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Calibrate your confidence.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Beware of being stranded on Mount Stupid.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Harness benefit of the doubt.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Embrace the joys of being wrong.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Invite others to question your thinking.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Learn something new from each person you meet.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Build a challenge network, not just a support network.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Don’t shy away from constructive conflict.</a:t>
            </a:r>
          </a:p>
          <a:p>
            <a:pPr indent="-182880"/>
            <a:r>
              <a:rPr lang="en-US" dirty="0"/>
              <a:t>Interpersonal rethinking</a:t>
            </a:r>
          </a:p>
          <a:p>
            <a:pPr marL="674370" lvl="0" indent="-285750">
              <a:buFont typeface="+mj-lt"/>
              <a:buAutoNum type="romanUcPeriod"/>
            </a:pPr>
            <a:r>
              <a:rPr lang="en-US" dirty="0"/>
              <a:t>Ask better questions.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Practice the art of persuasive listening.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Question how rather than why.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Ask “What evidence would change your mind?”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Ask how people originally formed an opinion.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Approach disagreements as dances, not battles.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Acknowledge common ground.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Remember that less is often more.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Reinforce freedom of choice.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Have a conversation about the conversation.</a:t>
            </a:r>
          </a:p>
          <a:p>
            <a:pPr indent="-182880"/>
            <a:r>
              <a:rPr lang="en-US" dirty="0"/>
              <a:t>Collective rethinking</a:t>
            </a:r>
          </a:p>
          <a:p>
            <a:pPr marL="674370" lvl="0" indent="-285750">
              <a:buFont typeface="+mj-lt"/>
              <a:buAutoNum type="romanUcPeriod"/>
            </a:pPr>
            <a:r>
              <a:rPr lang="en-US" dirty="0"/>
              <a:t>Abandon best practices.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Allow free thinking and open dialogue.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Ask why something is true, and do not accept “because somebody said”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Establish psychological safety.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Allow risk-taking.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Accept and acknowledge your own limitations.</a:t>
            </a:r>
          </a:p>
          <a:p>
            <a:pPr marL="571500" lvl="0" indent="-182880">
              <a:buFont typeface="+mj-lt"/>
              <a:buAutoNum type="romanUcPeriod"/>
            </a:pPr>
            <a:r>
              <a:rPr lang="en-US" dirty="0"/>
              <a:t>Encourage dissenting views.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Commit to discussing peoples’ disagreements.</a:t>
            </a:r>
          </a:p>
          <a:p>
            <a:pPr marL="1028700" lvl="1" indent="-182880">
              <a:buFont typeface="+mj-lt"/>
              <a:buAutoNum type="romanUcPeriod"/>
            </a:pPr>
            <a:r>
              <a:rPr lang="en-US" dirty="0"/>
              <a:t>Discuss all viewpoints.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86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65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Hopefully, we were able to make you rethink rethinking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12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5868-7E20-4D15-9547-8B53385682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7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eo 6" title="Cogs turning inside head outline">
            <a:hlinkClick r:id="" action="ppaction://media"/>
            <a:extLst>
              <a:ext uri="{FF2B5EF4-FFF2-40B4-BE49-F238E27FC236}">
                <a16:creationId xmlns:a16="http://schemas.microsoft.com/office/drawing/2014/main" id="{C3DD11B4-7B1B-8A3D-85A2-E980C9D347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6023" r="27477"/>
          <a:stretch/>
        </p:blipFill>
        <p:spPr>
          <a:xfrm>
            <a:off x="6217919" y="0"/>
            <a:ext cx="5669281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237D29C-29B8-2039-B22F-AA965B268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082" y="2409824"/>
            <a:ext cx="9144000" cy="1267619"/>
          </a:xfrm>
        </p:spPr>
        <p:txBody>
          <a:bodyPr anchor="b">
            <a:normAutofit/>
          </a:bodyPr>
          <a:lstStyle/>
          <a:p>
            <a:pPr algn="l"/>
            <a:r>
              <a:rPr lang="en-US" sz="8000" dirty="0">
                <a:latin typeface="The Hand" panose="03070502030502020204" pitchFamily="66" charset="0"/>
              </a:rPr>
              <a:t>Think Again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4F02801-B6C2-B918-BB55-D871A9BE9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2" y="3677443"/>
            <a:ext cx="4171950" cy="879073"/>
          </a:xfrm>
        </p:spPr>
        <p:txBody>
          <a:bodyPr anchor="t"/>
          <a:lstStyle/>
          <a:p>
            <a:pPr algn="l"/>
            <a:r>
              <a:rPr lang="en-US" dirty="0">
                <a:latin typeface="The Hand" panose="03070502030502020204" pitchFamily="66" charset="0"/>
              </a:rPr>
              <a:t>A presentation by Bob Pearce and </a:t>
            </a:r>
            <a:r>
              <a:rPr lang="en-US" dirty="0" err="1">
                <a:latin typeface="The Hand" panose="03070502030502020204" pitchFamily="66" charset="0"/>
              </a:rPr>
              <a:t>Nateri</a:t>
            </a:r>
            <a:r>
              <a:rPr lang="en-US" dirty="0">
                <a:latin typeface="The Hand" panose="03070502030502020204" pitchFamily="66" charset="0"/>
              </a:rPr>
              <a:t> Madavan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FA6544-7BB5-B92D-0DD0-0759C1F1CD8C}"/>
              </a:ext>
            </a:extLst>
          </p:cNvPr>
          <p:cNvGrpSpPr/>
          <p:nvPr/>
        </p:nvGrpSpPr>
        <p:grpSpPr>
          <a:xfrm>
            <a:off x="11337554" y="6537920"/>
            <a:ext cx="925895" cy="461665"/>
            <a:chOff x="10923200" y="6398220"/>
            <a:chExt cx="925895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D616E4-9478-27E8-2AF2-22D86778BE0A}"/>
                </a:ext>
              </a:extLst>
            </p:cNvPr>
            <p:cNvSpPr txBox="1"/>
            <p:nvPr/>
          </p:nvSpPr>
          <p:spPr>
            <a:xfrm>
              <a:off x="11061700" y="6519443"/>
              <a:ext cx="787395" cy="21544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800" dirty="0">
                  <a:latin typeface="The Hand" panose="03070502030502020204" pitchFamily="66" charset="0"/>
                </a:rPr>
                <a:t>Dr. Madavan the Younger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093324-FAFC-DE20-6B1D-7FC6837D031C}"/>
                </a:ext>
              </a:extLst>
            </p:cNvPr>
            <p:cNvSpPr txBox="1"/>
            <p:nvPr/>
          </p:nvSpPr>
          <p:spPr>
            <a:xfrm>
              <a:off x="10923200" y="6398220"/>
              <a:ext cx="307777" cy="461665"/>
            </a:xfrm>
            <a:prstGeom prst="rect">
              <a:avLst/>
            </a:prstGeom>
            <a:noFill/>
          </p:spPr>
          <p:txBody>
            <a:bodyPr vert="vert" wrap="square" rtlCol="0" anchor="t">
              <a:spAutoFit/>
            </a:bodyPr>
            <a:lstStyle/>
            <a:p>
              <a:pPr algn="ctr"/>
              <a:r>
                <a:rPr lang="en-US" sz="800" dirty="0">
                  <a:latin typeface="The Hand" panose="03070502030502020204" pitchFamily="66" charset="0"/>
                  <a:sym typeface="Wingdings" panose="05000000000000000000" pitchFamily="2" charset="2"/>
                </a:rPr>
                <a:t></a:t>
              </a:r>
              <a:endParaRPr lang="en-US" sz="800" dirty="0">
                <a:latin typeface="The Hand" panose="030705020305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99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50CA-C52A-A29D-BDDE-785E8DB7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577" y="371342"/>
            <a:ext cx="10515600" cy="1325563"/>
          </a:xfrm>
        </p:spPr>
        <p:txBody>
          <a:bodyPr/>
          <a:lstStyle/>
          <a:p>
            <a:r>
              <a:rPr lang="en-US" dirty="0">
                <a:latin typeface="The Hand Extrablack" panose="03070A02030502020204" pitchFamily="66" charset="0"/>
                <a:ea typeface="Calibri Light"/>
                <a:cs typeface="Calibri Light"/>
              </a:rPr>
              <a:t>A brief outline</a:t>
            </a:r>
            <a:endParaRPr lang="en-US" dirty="0">
              <a:latin typeface="The Hand Extrablack" panose="03070A02030502020204" pitchFamily="66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4DE708-4F74-4394-7F0C-A8C8B85ED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518787"/>
              </p:ext>
            </p:extLst>
          </p:nvPr>
        </p:nvGraphicFramePr>
        <p:xfrm>
          <a:off x="838200" y="1825625"/>
          <a:ext cx="10515600" cy="452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60224470"/>
                    </a:ext>
                  </a:extLst>
                </a:gridCol>
                <a:gridCol w="9639300">
                  <a:extLst>
                    <a:ext uri="{9D8B030D-6E8A-4147-A177-3AD203B41FA5}">
                      <a16:colId xmlns:a16="http://schemas.microsoft.com/office/drawing/2014/main" val="2420381799"/>
                    </a:ext>
                  </a:extLst>
                </a:gridCol>
              </a:tblGrid>
              <a:tr h="9055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he Hand" panose="03070502030502020204" pitchFamily="66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The Hand" panose="03070502030502020204" pitchFamily="66" charset="0"/>
                        </a:rPr>
                        <a:t>What is rethinking?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96282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he Hand" panose="03070502030502020204" pitchFamily="66" charset="0"/>
                          <a:ea typeface="Cambria" panose="02040503050406030204" pitchFamily="18" charset="0"/>
                        </a:rPr>
                        <a:t>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The Hand" panose="03070502030502020204" pitchFamily="66" charset="0"/>
                        </a:rPr>
                        <a:t>Individual rethinking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926888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he Hand" panose="03070502030502020204" pitchFamily="66" charset="0"/>
                          <a:ea typeface="Cambria" panose="02040503050406030204" pitchFamily="18" charset="0"/>
                        </a:rPr>
                        <a:t>II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The Hand" panose="03070502030502020204" pitchFamily="66" charset="0"/>
                        </a:rPr>
                        <a:t>Interpersonal rethinking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992550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he Hand" panose="03070502030502020204" pitchFamily="66" charset="0"/>
                          <a:ea typeface="Cambria" panose="02040503050406030204" pitchFamily="18" charset="0"/>
                        </a:rPr>
                        <a:t>III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The Hand" panose="03070502030502020204" pitchFamily="66" charset="0"/>
                        </a:rPr>
                        <a:t>Collective rethinking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142741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he Hand" panose="03070502030502020204" pitchFamily="66" charset="0"/>
                          <a:ea typeface="Cambria" panose="02040503050406030204" pitchFamily="18" charset="0"/>
                        </a:rPr>
                        <a:t>IV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The Hand" panose="03070502030502020204" pitchFamily="66" charset="0"/>
                        </a:rPr>
                        <a:t>Conclusions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871478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601AF6C8-509E-1608-FF0A-01EC9C8E46CB}"/>
              </a:ext>
            </a:extLst>
          </p:cNvPr>
          <p:cNvGrpSpPr/>
          <p:nvPr/>
        </p:nvGrpSpPr>
        <p:grpSpPr>
          <a:xfrm flipH="1">
            <a:off x="5171107" y="371342"/>
            <a:ext cx="6115316" cy="6115316"/>
            <a:chOff x="5120738" y="636319"/>
            <a:chExt cx="5969268" cy="5969268"/>
          </a:xfrm>
          <a:solidFill>
            <a:srgbClr val="B66F2E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3510684-1DC2-0581-69CA-81260442EA6B}"/>
                </a:ext>
              </a:extLst>
            </p:cNvPr>
            <p:cNvGrpSpPr/>
            <p:nvPr/>
          </p:nvGrpSpPr>
          <p:grpSpPr>
            <a:xfrm>
              <a:off x="5120738" y="636319"/>
              <a:ext cx="5969268" cy="5969268"/>
              <a:chOff x="5120738" y="636319"/>
              <a:chExt cx="5969268" cy="5969268"/>
            </a:xfrm>
            <a:grpFill/>
          </p:grpSpPr>
          <p:pic>
            <p:nvPicPr>
              <p:cNvPr id="7" name="Graphic 6" descr="Thought outline">
                <a:extLst>
                  <a:ext uri="{FF2B5EF4-FFF2-40B4-BE49-F238E27FC236}">
                    <a16:creationId xmlns:a16="http://schemas.microsoft.com/office/drawing/2014/main" id="{BE263C65-56B8-619A-4061-CE5018360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0738" y="636319"/>
                <a:ext cx="5969268" cy="5969268"/>
              </a:xfrm>
              <a:prstGeom prst="rect">
                <a:avLst/>
              </a:prstGeom>
            </p:spPr>
          </p:pic>
          <p:pic>
            <p:nvPicPr>
              <p:cNvPr id="10" name="Graphic 9" descr="Thought outline">
                <a:extLst>
                  <a:ext uri="{FF2B5EF4-FFF2-40B4-BE49-F238E27FC236}">
                    <a16:creationId xmlns:a16="http://schemas.microsoft.com/office/drawing/2014/main" id="{AB360981-6CE7-20EE-E6FA-AA641F37E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351068" y="1232034"/>
                <a:ext cx="2388919" cy="2388919"/>
              </a:xfrm>
              <a:prstGeom prst="rect">
                <a:avLst/>
              </a:prstGeom>
            </p:spPr>
          </p:pic>
          <p:pic>
            <p:nvPicPr>
              <p:cNvPr id="12" name="Graphic 11" descr="Thought outline">
                <a:extLst>
                  <a:ext uri="{FF2B5EF4-FFF2-40B4-BE49-F238E27FC236}">
                    <a16:creationId xmlns:a16="http://schemas.microsoft.com/office/drawing/2014/main" id="{32250D58-65CC-0D36-3172-D9D587953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271954" y="1472665"/>
                <a:ext cx="946417" cy="946417"/>
              </a:xfrm>
              <a:prstGeom prst="rect">
                <a:avLst/>
              </a:prstGeom>
            </p:spPr>
          </p:pic>
          <p:pic>
            <p:nvPicPr>
              <p:cNvPr id="14" name="Graphic 13" descr="Thought outline">
                <a:extLst>
                  <a:ext uri="{FF2B5EF4-FFF2-40B4-BE49-F238E27FC236}">
                    <a16:creationId xmlns:a16="http://schemas.microsoft.com/office/drawing/2014/main" id="{6C53AC84-10A1-FABB-6EEA-F77360B88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473247" y="1573213"/>
                <a:ext cx="368165" cy="368165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E25A5EE-5453-ECAB-F0A9-CE1786A4541D}"/>
                </a:ext>
              </a:extLst>
            </p:cNvPr>
            <p:cNvGrpSpPr/>
            <p:nvPr/>
          </p:nvGrpSpPr>
          <p:grpSpPr>
            <a:xfrm>
              <a:off x="7620001" y="1612587"/>
              <a:ext cx="141970" cy="141970"/>
              <a:chOff x="5120738" y="636319"/>
              <a:chExt cx="5969268" cy="5969268"/>
            </a:xfrm>
            <a:grpFill/>
          </p:grpSpPr>
          <p:pic>
            <p:nvPicPr>
              <p:cNvPr id="17" name="Graphic 16" descr="Thought outline">
                <a:extLst>
                  <a:ext uri="{FF2B5EF4-FFF2-40B4-BE49-F238E27FC236}">
                    <a16:creationId xmlns:a16="http://schemas.microsoft.com/office/drawing/2014/main" id="{CDEB3BAE-11B2-39A4-71E2-A39816BAF6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0738" y="636319"/>
                <a:ext cx="5969268" cy="5969268"/>
              </a:xfrm>
              <a:prstGeom prst="rect">
                <a:avLst/>
              </a:prstGeom>
            </p:spPr>
          </p:pic>
          <p:pic>
            <p:nvPicPr>
              <p:cNvPr id="18" name="Graphic 17" descr="Thought outline">
                <a:extLst>
                  <a:ext uri="{FF2B5EF4-FFF2-40B4-BE49-F238E27FC236}">
                    <a16:creationId xmlns:a16="http://schemas.microsoft.com/office/drawing/2014/main" id="{991CA548-BA0A-28FD-9072-EFEAFF57E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351068" y="1232034"/>
                <a:ext cx="2388919" cy="2388919"/>
              </a:xfrm>
              <a:prstGeom prst="rect">
                <a:avLst/>
              </a:prstGeom>
            </p:spPr>
          </p:pic>
          <p:pic>
            <p:nvPicPr>
              <p:cNvPr id="19" name="Graphic 18" descr="Thought outline">
                <a:extLst>
                  <a:ext uri="{FF2B5EF4-FFF2-40B4-BE49-F238E27FC236}">
                    <a16:creationId xmlns:a16="http://schemas.microsoft.com/office/drawing/2014/main" id="{53BF8CC1-9A43-82F7-F5B8-295E4F7F61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271954" y="1472665"/>
                <a:ext cx="946417" cy="946417"/>
              </a:xfrm>
              <a:prstGeom prst="rect">
                <a:avLst/>
              </a:prstGeom>
            </p:spPr>
          </p:pic>
          <p:pic>
            <p:nvPicPr>
              <p:cNvPr id="20" name="Graphic 19" descr="Thought outline">
                <a:extLst>
                  <a:ext uri="{FF2B5EF4-FFF2-40B4-BE49-F238E27FC236}">
                    <a16:creationId xmlns:a16="http://schemas.microsoft.com/office/drawing/2014/main" id="{074EF065-8F31-67C3-168D-D123D4F0F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473247" y="1573213"/>
                <a:ext cx="368165" cy="36816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8855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0785E-AC32-6E2B-7684-400274C3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The Hand Extrablack" panose="03070A02030502020204" pitchFamily="66" charset="0"/>
              </a:rPr>
              <a:t>What is rethinking?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F644-8846-47D4-6EFA-7C79CF8F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i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8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85DFF6F4-2349-02E7-0FED-A1919180B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5339" y="3203079"/>
            <a:ext cx="882610" cy="882610"/>
          </a:xfrm>
          <a:prstGeom prst="rect">
            <a:avLst/>
          </a:prstGeom>
        </p:spPr>
      </p:pic>
      <p:pic>
        <p:nvPicPr>
          <p:cNvPr id="78" name="Graphic 77" descr="Database with solid fill">
            <a:extLst>
              <a:ext uri="{FF2B5EF4-FFF2-40B4-BE49-F238E27FC236}">
                <a16:creationId xmlns:a16="http://schemas.microsoft.com/office/drawing/2014/main" id="{1922B1AB-3A63-9066-F8E0-A956E4541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6688" y="3200466"/>
            <a:ext cx="882610" cy="882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90DEC7-BA26-459D-9BB9-922C95C6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  <a:cs typeface="Calibri Light"/>
              </a:rPr>
              <a:t>What does rethinking mean?</a:t>
            </a:r>
            <a:endParaRPr lang="en-US" dirty="0">
              <a:latin typeface="The Hand Extrablack" panose="03070A02030502020204" pitchFamily="66" charset="0"/>
            </a:endParaRPr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1595866B-DCB7-53AA-8404-ACB3045120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6794" y="3181257"/>
            <a:ext cx="828065" cy="828065"/>
          </a:xfrm>
          <a:prstGeom prst="rect">
            <a:avLst/>
          </a:prstGeom>
        </p:spPr>
      </p:pic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6B13B9B6-B964-78BB-AF89-2D00CA53D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3891" y="3994897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783652AC-58A7-404D-145F-EB660B5F9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6998" y="3895310"/>
            <a:ext cx="782627" cy="782627"/>
          </a:xfrm>
          <a:prstGeom prst="rect">
            <a:avLst/>
          </a:prstGeom>
        </p:spPr>
      </p:pic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47EC5515-273B-EEA6-E235-F247F6E8FF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1674" y="1381982"/>
            <a:ext cx="1550708" cy="1550709"/>
          </a:xfrm>
          <a:prstGeom prst="rect">
            <a:avLst/>
          </a:prstGeom>
        </p:spPr>
      </p:pic>
      <p:pic>
        <p:nvPicPr>
          <p:cNvPr id="10" name="Graphic 9" descr="Lightbulb with solid fill">
            <a:extLst>
              <a:ext uri="{FF2B5EF4-FFF2-40B4-BE49-F238E27FC236}">
                <a16:creationId xmlns:a16="http://schemas.microsoft.com/office/drawing/2014/main" id="{87692D33-4D65-7219-F9CE-1C33A4625D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41" y="3243561"/>
            <a:ext cx="1684255" cy="16842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C8D063-94EC-50AE-BB26-A225DED7D854}"/>
              </a:ext>
            </a:extLst>
          </p:cNvPr>
          <p:cNvSpPr txBox="1"/>
          <p:nvPr/>
        </p:nvSpPr>
        <p:spPr>
          <a:xfrm>
            <a:off x="1432686" y="4783918"/>
            <a:ext cx="26705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he Hand" panose="03070502030502020204" pitchFamily="66" charset="0"/>
                <a:cs typeface="Calibri"/>
              </a:rPr>
              <a:t>Gathering Information</a:t>
            </a:r>
            <a:endParaRPr lang="en-US" sz="2000" dirty="0">
              <a:latin typeface="The Hand" panose="030705020305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FB9C4-491C-A399-E973-AD0529729045}"/>
              </a:ext>
            </a:extLst>
          </p:cNvPr>
          <p:cNvSpPr txBox="1"/>
          <p:nvPr/>
        </p:nvSpPr>
        <p:spPr>
          <a:xfrm>
            <a:off x="4921765" y="2825689"/>
            <a:ext cx="26705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he Hand" panose="03070502030502020204" pitchFamily="66" charset="0"/>
                <a:cs typeface="Calibri"/>
              </a:rPr>
              <a:t>Processing Alternatives</a:t>
            </a:r>
            <a:endParaRPr lang="en-US" sz="2000" dirty="0">
              <a:latin typeface="The Hand" panose="030705020305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08A518-4C84-D2AC-DAAC-6223DF1D3E25}"/>
              </a:ext>
            </a:extLst>
          </p:cNvPr>
          <p:cNvSpPr txBox="1"/>
          <p:nvPr/>
        </p:nvSpPr>
        <p:spPr>
          <a:xfrm>
            <a:off x="8201131" y="4783918"/>
            <a:ext cx="26705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he Hand" panose="03070502030502020204" pitchFamily="66" charset="0"/>
                <a:cs typeface="Calibri"/>
              </a:rPr>
              <a:t>Making Decisions</a:t>
            </a:r>
            <a:endParaRPr lang="en-US" sz="2000" dirty="0">
              <a:latin typeface="The Hand" panose="03070502030502020204" pitchFamily="66" charset="0"/>
            </a:endParaRPr>
          </a:p>
        </p:txBody>
      </p:sp>
      <p:pic>
        <p:nvPicPr>
          <p:cNvPr id="60" name="Graphic 59" descr="Database with solid fill">
            <a:extLst>
              <a:ext uri="{FF2B5EF4-FFF2-40B4-BE49-F238E27FC236}">
                <a16:creationId xmlns:a16="http://schemas.microsoft.com/office/drawing/2014/main" id="{B7176F29-37D0-99D1-6914-380C81383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0066" y="3977133"/>
            <a:ext cx="782627" cy="782627"/>
          </a:xfrm>
          <a:prstGeom prst="rect">
            <a:avLst/>
          </a:prstGeom>
        </p:spPr>
      </p:pic>
      <p:pic>
        <p:nvPicPr>
          <p:cNvPr id="61" name="Graphic 60" descr="Database with solid fill">
            <a:extLst>
              <a:ext uri="{FF2B5EF4-FFF2-40B4-BE49-F238E27FC236}">
                <a16:creationId xmlns:a16="http://schemas.microsoft.com/office/drawing/2014/main" id="{BCCD2699-DE36-1B19-555A-75BA477FC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9130" y="3401765"/>
            <a:ext cx="707056" cy="707056"/>
          </a:xfrm>
          <a:prstGeom prst="rect">
            <a:avLst/>
          </a:prstGeom>
        </p:spPr>
      </p:pic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2CA0ABE-9A99-0E8E-B2CF-2365AEB386E8}"/>
              </a:ext>
            </a:extLst>
          </p:cNvPr>
          <p:cNvSpPr/>
          <p:nvPr/>
        </p:nvSpPr>
        <p:spPr>
          <a:xfrm rot="13552931">
            <a:off x="6900369" y="1904450"/>
            <a:ext cx="2618952" cy="1389386"/>
          </a:xfrm>
          <a:custGeom>
            <a:avLst/>
            <a:gdLst>
              <a:gd name="connsiteX0" fmla="*/ 2618952 w 2618952"/>
              <a:gd name="connsiteY0" fmla="*/ 272464 h 1389386"/>
              <a:gd name="connsiteX1" fmla="*/ 2442812 w 2618952"/>
              <a:gd name="connsiteY1" fmla="*/ 404399 h 1389386"/>
              <a:gd name="connsiteX2" fmla="*/ 682797 w 2618952"/>
              <a:gd name="connsiteY2" fmla="*/ 1151790 h 1389386"/>
              <a:gd name="connsiteX3" fmla="*/ 567842 w 2618952"/>
              <a:gd name="connsiteY3" fmla="*/ 1163668 h 1389386"/>
              <a:gd name="connsiteX4" fmla="*/ 557339 w 2618952"/>
              <a:gd name="connsiteY4" fmla="*/ 1389386 h 1389386"/>
              <a:gd name="connsiteX5" fmla="*/ 0 w 2618952"/>
              <a:gd name="connsiteY5" fmla="*/ 1030512 h 1389386"/>
              <a:gd name="connsiteX6" fmla="*/ 588256 w 2618952"/>
              <a:gd name="connsiteY6" fmla="*/ 724942 h 1389386"/>
              <a:gd name="connsiteX7" fmla="*/ 580424 w 2618952"/>
              <a:gd name="connsiteY7" fmla="*/ 893244 h 1389386"/>
              <a:gd name="connsiteX8" fmla="*/ 690011 w 2618952"/>
              <a:gd name="connsiteY8" fmla="*/ 878494 h 1389386"/>
              <a:gd name="connsiteX9" fmla="*/ 2298335 w 2618952"/>
              <a:gd name="connsiteY9" fmla="*/ 153232 h 1389386"/>
              <a:gd name="connsiteX10" fmla="*/ 2498909 w 2618952"/>
              <a:gd name="connsiteY10" fmla="*/ 0 h 138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8952" h="1389386">
                <a:moveTo>
                  <a:pt x="2618952" y="272464"/>
                </a:moveTo>
                <a:lnTo>
                  <a:pt x="2442812" y="404399"/>
                </a:lnTo>
                <a:cubicBezTo>
                  <a:pt x="1857702" y="813783"/>
                  <a:pt x="1244268" y="1069641"/>
                  <a:pt x="682797" y="1151790"/>
                </a:cubicBezTo>
                <a:lnTo>
                  <a:pt x="567842" y="1163668"/>
                </a:lnTo>
                <a:lnTo>
                  <a:pt x="557339" y="1389386"/>
                </a:lnTo>
                <a:lnTo>
                  <a:pt x="0" y="1030512"/>
                </a:lnTo>
                <a:lnTo>
                  <a:pt x="588256" y="724942"/>
                </a:lnTo>
                <a:lnTo>
                  <a:pt x="580424" y="893244"/>
                </a:lnTo>
                <a:lnTo>
                  <a:pt x="690011" y="878494"/>
                </a:lnTo>
                <a:cubicBezTo>
                  <a:pt x="1198652" y="788324"/>
                  <a:pt x="1759084" y="539731"/>
                  <a:pt x="2298335" y="153232"/>
                </a:cubicBezTo>
                <a:lnTo>
                  <a:pt x="2498909" y="0"/>
                </a:lnTo>
                <a:close/>
              </a:path>
            </a:pathLst>
          </a:custGeom>
          <a:solidFill>
            <a:srgbClr val="5D32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419C134-B166-C172-CF58-054514E4BD0C}"/>
              </a:ext>
            </a:extLst>
          </p:cNvPr>
          <p:cNvSpPr/>
          <p:nvPr/>
        </p:nvSpPr>
        <p:spPr>
          <a:xfrm rot="4862839">
            <a:off x="3640210" y="1045607"/>
            <a:ext cx="1128729" cy="2891947"/>
          </a:xfrm>
          <a:custGeom>
            <a:avLst/>
            <a:gdLst>
              <a:gd name="connsiteX0" fmla="*/ 0 w 1128729"/>
              <a:gd name="connsiteY0" fmla="*/ 573417 h 2891947"/>
              <a:gd name="connsiteX1" fmla="*/ 332582 w 1128729"/>
              <a:gd name="connsiteY1" fmla="*/ 0 h 2891947"/>
              <a:gd name="connsiteX2" fmla="*/ 665163 w 1128729"/>
              <a:gd name="connsiteY2" fmla="*/ 573417 h 2891947"/>
              <a:gd name="connsiteX3" fmla="*/ 485272 w 1128729"/>
              <a:gd name="connsiteY3" fmla="*/ 573417 h 2891947"/>
              <a:gd name="connsiteX4" fmla="*/ 499401 w 1128729"/>
              <a:gd name="connsiteY4" fmla="*/ 837531 h 2891947"/>
              <a:gd name="connsiteX5" fmla="*/ 1109426 w 1128729"/>
              <a:gd name="connsiteY5" fmla="*/ 2622383 h 2891947"/>
              <a:gd name="connsiteX6" fmla="*/ 1128729 w 1128729"/>
              <a:gd name="connsiteY6" fmla="*/ 2644270 h 2891947"/>
              <a:gd name="connsiteX7" fmla="*/ 1007737 w 1128729"/>
              <a:gd name="connsiteY7" fmla="*/ 2891947 h 2891947"/>
              <a:gd name="connsiteX8" fmla="*/ 935093 w 1128729"/>
              <a:gd name="connsiteY8" fmla="*/ 2814507 h 2891947"/>
              <a:gd name="connsiteX9" fmla="*/ 219160 w 1128729"/>
              <a:gd name="connsiteY9" fmla="*/ 887897 h 2891947"/>
              <a:gd name="connsiteX10" fmla="*/ 198170 w 1128729"/>
              <a:gd name="connsiteY10" fmla="*/ 573417 h 289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28729" h="2891947">
                <a:moveTo>
                  <a:pt x="0" y="573417"/>
                </a:moveTo>
                <a:lnTo>
                  <a:pt x="332582" y="0"/>
                </a:lnTo>
                <a:lnTo>
                  <a:pt x="665163" y="573417"/>
                </a:lnTo>
                <a:lnTo>
                  <a:pt x="485272" y="573417"/>
                </a:lnTo>
                <a:lnTo>
                  <a:pt x="499401" y="837531"/>
                </a:lnTo>
                <a:cubicBezTo>
                  <a:pt x="561644" y="1568816"/>
                  <a:pt x="778640" y="2198925"/>
                  <a:pt x="1109426" y="2622383"/>
                </a:cubicBezTo>
                <a:lnTo>
                  <a:pt x="1128729" y="2644270"/>
                </a:lnTo>
                <a:lnTo>
                  <a:pt x="1007737" y="2891947"/>
                </a:lnTo>
                <a:lnTo>
                  <a:pt x="935093" y="2814507"/>
                </a:lnTo>
                <a:cubicBezTo>
                  <a:pt x="552722" y="2355420"/>
                  <a:pt x="298103" y="1675248"/>
                  <a:pt x="219160" y="887897"/>
                </a:cubicBezTo>
                <a:lnTo>
                  <a:pt x="198170" y="573417"/>
                </a:lnTo>
                <a:close/>
              </a:path>
            </a:pathLst>
          </a:custGeom>
          <a:solidFill>
            <a:srgbClr val="5D32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BC24233-D5E7-48E6-F786-58B6F49F7F61}"/>
              </a:ext>
            </a:extLst>
          </p:cNvPr>
          <p:cNvSpPr/>
          <p:nvPr/>
        </p:nvSpPr>
        <p:spPr>
          <a:xfrm rot="18637353">
            <a:off x="3872420" y="2906365"/>
            <a:ext cx="4447159" cy="4814725"/>
          </a:xfrm>
          <a:custGeom>
            <a:avLst/>
            <a:gdLst>
              <a:gd name="connsiteX0" fmla="*/ 4339469 w 4447159"/>
              <a:gd name="connsiteY0" fmla="*/ 4557627 h 4814725"/>
              <a:gd name="connsiteX1" fmla="*/ 4447159 w 4447159"/>
              <a:gd name="connsiteY1" fmla="*/ 4812457 h 4814725"/>
              <a:gd name="connsiteX2" fmla="*/ 4399825 w 4447159"/>
              <a:gd name="connsiteY2" fmla="*/ 4814725 h 4814725"/>
              <a:gd name="connsiteX3" fmla="*/ 1407314 w 4447159"/>
              <a:gd name="connsiteY3" fmla="*/ 3146098 h 4814725"/>
              <a:gd name="connsiteX4" fmla="*/ 233293 w 4447159"/>
              <a:gd name="connsiteY4" fmla="*/ 788168 h 4814725"/>
              <a:gd name="connsiteX5" fmla="*/ 208177 w 4447159"/>
              <a:gd name="connsiteY5" fmla="*/ 573417 h 4814725"/>
              <a:gd name="connsiteX6" fmla="*/ 0 w 4447159"/>
              <a:gd name="connsiteY6" fmla="*/ 573417 h 4814725"/>
              <a:gd name="connsiteX7" fmla="*/ 332582 w 4447159"/>
              <a:gd name="connsiteY7" fmla="*/ 0 h 4814725"/>
              <a:gd name="connsiteX8" fmla="*/ 665163 w 4447159"/>
              <a:gd name="connsiteY8" fmla="*/ 573417 h 4814725"/>
              <a:gd name="connsiteX9" fmla="*/ 462926 w 4447159"/>
              <a:gd name="connsiteY9" fmla="*/ 573417 h 4814725"/>
              <a:gd name="connsiteX10" fmla="*/ 494577 w 4447159"/>
              <a:gd name="connsiteY10" fmla="*/ 789793 h 4814725"/>
              <a:gd name="connsiteX11" fmla="*/ 1615429 w 4447159"/>
              <a:gd name="connsiteY11" fmla="*/ 2961294 h 4814725"/>
              <a:gd name="connsiteX12" fmla="*/ 4115583 w 4447159"/>
              <a:gd name="connsiteY12" fmla="*/ 4535551 h 481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7159" h="4814725">
                <a:moveTo>
                  <a:pt x="4339469" y="4557627"/>
                </a:moveTo>
                <a:lnTo>
                  <a:pt x="4447159" y="4812457"/>
                </a:lnTo>
                <a:lnTo>
                  <a:pt x="4399825" y="4814725"/>
                </a:lnTo>
                <a:cubicBezTo>
                  <a:pt x="3461002" y="4804337"/>
                  <a:pt x="2311145" y="4199776"/>
                  <a:pt x="1407314" y="3146098"/>
                </a:cubicBezTo>
                <a:cubicBezTo>
                  <a:pt x="760253" y="2391759"/>
                  <a:pt x="359887" y="1547832"/>
                  <a:pt x="233293" y="788168"/>
                </a:cubicBezTo>
                <a:lnTo>
                  <a:pt x="208177" y="573417"/>
                </a:lnTo>
                <a:lnTo>
                  <a:pt x="0" y="573417"/>
                </a:lnTo>
                <a:lnTo>
                  <a:pt x="332582" y="0"/>
                </a:lnTo>
                <a:lnTo>
                  <a:pt x="665163" y="573417"/>
                </a:lnTo>
                <a:lnTo>
                  <a:pt x="462926" y="573417"/>
                </a:lnTo>
                <a:lnTo>
                  <a:pt x="494577" y="789793"/>
                </a:lnTo>
                <a:cubicBezTo>
                  <a:pt x="629634" y="1482327"/>
                  <a:pt x="1012987" y="2258973"/>
                  <a:pt x="1615429" y="2961294"/>
                </a:cubicBezTo>
                <a:cubicBezTo>
                  <a:pt x="2380435" y="3853132"/>
                  <a:pt x="3317665" y="4414047"/>
                  <a:pt x="4115583" y="4535551"/>
                </a:cubicBezTo>
                <a:close/>
              </a:path>
            </a:pathLst>
          </a:custGeom>
          <a:solidFill>
            <a:srgbClr val="5D32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1B928-007A-561E-E34E-09B77D008A5E}"/>
              </a:ext>
            </a:extLst>
          </p:cNvPr>
          <p:cNvSpPr/>
          <p:nvPr/>
        </p:nvSpPr>
        <p:spPr>
          <a:xfrm rot="21434926">
            <a:off x="4672990" y="5401980"/>
            <a:ext cx="3430323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2400" cap="none" spc="600" dirty="0">
                <a:ln w="0"/>
                <a:solidFill>
                  <a:schemeClr val="bg1"/>
                </a:solidFill>
                <a:latin typeface="The Hand Extrablack" panose="03070A02030502020204" pitchFamily="66" charset="0"/>
              </a:rPr>
              <a:t>RETHINKING</a:t>
            </a:r>
          </a:p>
        </p:txBody>
      </p:sp>
    </p:spTree>
    <p:extLst>
      <p:ext uri="{BB962C8B-B14F-4D97-AF65-F5344CB8AC3E}">
        <p14:creationId xmlns:p14="http://schemas.microsoft.com/office/powerpoint/2010/main" val="50852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6D12-978D-06AF-C4A8-BD1A0809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  <a:cs typeface="Calibri Light"/>
              </a:rPr>
              <a:t>Why do we need rethinking?</a:t>
            </a:r>
            <a:endParaRPr lang="en-US" dirty="0">
              <a:latin typeface="The Hand Extrablack" panose="03070A02030502020204" pitchFamily="66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EAC4FD-CE16-B301-FE1C-FB69A2A4C5AA}"/>
              </a:ext>
            </a:extLst>
          </p:cNvPr>
          <p:cNvSpPr/>
          <p:nvPr/>
        </p:nvSpPr>
        <p:spPr>
          <a:xfrm>
            <a:off x="-1" y="1444376"/>
            <a:ext cx="5748337" cy="16067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0" tIns="182880" rIns="457200" bIns="182880" rtlCol="0" anchor="ctr" anchorCtr="0"/>
          <a:lstStyle/>
          <a:p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Inadequate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Incomplete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Information changes over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057025-52EF-3D9F-CAA8-6600178510B3}"/>
              </a:ext>
            </a:extLst>
          </p:cNvPr>
          <p:cNvSpPr/>
          <p:nvPr/>
        </p:nvSpPr>
        <p:spPr>
          <a:xfrm>
            <a:off x="-1" y="3130309"/>
            <a:ext cx="5748338" cy="19387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0" tIns="182880" rIns="457200" bIns="182880" rtlCol="0" anchor="ctr" anchorCtr="0"/>
          <a:lstStyle/>
          <a:p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Bad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Inherent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Withholding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Presenting incorrect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376B7D-DF98-33AE-0633-83EEC64F04B6}"/>
              </a:ext>
            </a:extLst>
          </p:cNvPr>
          <p:cNvSpPr/>
          <p:nvPr/>
        </p:nvSpPr>
        <p:spPr>
          <a:xfrm>
            <a:off x="-1" y="5148264"/>
            <a:ext cx="5748338" cy="16067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0" tIns="182880" rIns="457200" bIns="182880" rtlCol="0" anchor="ctr" anchorCtr="0"/>
          <a:lstStyle/>
          <a:p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Changes in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Growth as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Changes in personnel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C2A232A-5303-FB05-9EB6-EE4C94E9575D}"/>
              </a:ext>
            </a:extLst>
          </p:cNvPr>
          <p:cNvGrpSpPr/>
          <p:nvPr/>
        </p:nvGrpSpPr>
        <p:grpSpPr>
          <a:xfrm>
            <a:off x="6443665" y="1444376"/>
            <a:ext cx="5936466" cy="5936466"/>
            <a:chOff x="6762750" y="1690688"/>
            <a:chExt cx="5067300" cy="5067300"/>
          </a:xfrm>
        </p:grpSpPr>
        <p:pic>
          <p:nvPicPr>
            <p:cNvPr id="22" name="Graphic 21" descr="Thought bubble outline">
              <a:extLst>
                <a:ext uri="{FF2B5EF4-FFF2-40B4-BE49-F238E27FC236}">
                  <a16:creationId xmlns:a16="http://schemas.microsoft.com/office/drawing/2014/main" id="{9AE41281-037D-5C94-4299-ACB02A7C7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762750" y="1690688"/>
              <a:ext cx="5067300" cy="50673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75052E-C2DD-5F71-42B4-B12FAF2EEC4C}"/>
                </a:ext>
              </a:extLst>
            </p:cNvPr>
            <p:cNvSpPr txBox="1"/>
            <p:nvPr/>
          </p:nvSpPr>
          <p:spPr>
            <a:xfrm>
              <a:off x="7472362" y="3160009"/>
              <a:ext cx="3648075" cy="10245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7200" spc="300" dirty="0">
                  <a:latin typeface="The Hand Extrablack" panose="03070A02030502020204" pitchFamily="66" charset="0"/>
                  <a:cs typeface="MV Boli" panose="02000500030200090000" pitchFamily="2" charset="0"/>
                </a:rPr>
                <a:t>Rethinking</a:t>
              </a:r>
            </a:p>
          </p:txBody>
        </p:sp>
      </p:grp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1C0852C-7E35-D138-20E0-B8852A3E7A0A}"/>
              </a:ext>
            </a:extLst>
          </p:cNvPr>
          <p:cNvSpPr/>
          <p:nvPr/>
        </p:nvSpPr>
        <p:spPr>
          <a:xfrm rot="5400000">
            <a:off x="5230190" y="3648452"/>
            <a:ext cx="1938779" cy="902491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C531B10-8C34-313F-AB97-E07D7ED427E9}"/>
              </a:ext>
            </a:extLst>
          </p:cNvPr>
          <p:cNvSpPr/>
          <p:nvPr/>
        </p:nvSpPr>
        <p:spPr>
          <a:xfrm rot="5400000">
            <a:off x="5396202" y="5500396"/>
            <a:ext cx="1606755" cy="90249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4626756-15DB-BF84-6251-192D97E72024}"/>
              </a:ext>
            </a:extLst>
          </p:cNvPr>
          <p:cNvSpPr/>
          <p:nvPr/>
        </p:nvSpPr>
        <p:spPr>
          <a:xfrm rot="5400000">
            <a:off x="5396201" y="1796508"/>
            <a:ext cx="1606755" cy="90249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5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0785E-AC32-6E2B-7684-400274C3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The Hand Extrablack" panose="03070A02030502020204" pitchFamily="66" charset="0"/>
              </a:rPr>
              <a:t>Individual Rethinking</a:t>
            </a:r>
            <a:endParaRPr lang="en-US" sz="6600" kern="1200" dirty="0">
              <a:solidFill>
                <a:schemeClr val="tx1"/>
              </a:solidFill>
              <a:latin typeface="The Hand Extrablack" panose="03070A02030502020204" pitchFamily="66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F644-8846-47D4-6EFA-7C79CF8F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i="1" kern="120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… updating our own views</a:t>
            </a:r>
            <a:endParaRPr lang="en-US" i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DD89A-C1C1-5CD5-553C-06F57D55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</a:rPr>
              <a:t>Discussion Section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29C6E-B387-6CBA-1634-3391D3A2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The Hand" panose="03070502030502020204" pitchFamily="66" charset="0"/>
              </a:rPr>
              <a:t>What are your boiling frogs?</a:t>
            </a:r>
          </a:p>
        </p:txBody>
      </p:sp>
    </p:spTree>
    <p:extLst>
      <p:ext uri="{BB962C8B-B14F-4D97-AF65-F5344CB8AC3E}">
        <p14:creationId xmlns:p14="http://schemas.microsoft.com/office/powerpoint/2010/main" val="255479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E993-0765-4F87-4C4A-2FCE325E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  <a:cs typeface="Calibri Light"/>
              </a:rPr>
              <a:t>The Preacher, Prosecutor, and Politician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76D9E2-9821-7E95-8CC9-CC32D0B0579C}"/>
              </a:ext>
            </a:extLst>
          </p:cNvPr>
          <p:cNvGrpSpPr/>
          <p:nvPr/>
        </p:nvGrpSpPr>
        <p:grpSpPr>
          <a:xfrm>
            <a:off x="1668065" y="5096188"/>
            <a:ext cx="10072078" cy="1723515"/>
            <a:chOff x="1668065" y="5212879"/>
            <a:chExt cx="10072078" cy="172351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73C91A0-2440-47FB-C12C-8EF82533C585}"/>
                </a:ext>
              </a:extLst>
            </p:cNvPr>
            <p:cNvSpPr/>
            <p:nvPr/>
          </p:nvSpPr>
          <p:spPr>
            <a:xfrm>
              <a:off x="1668065" y="5500115"/>
              <a:ext cx="8710614" cy="11490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The Hand Extrablack" panose="03070A02030502020204" pitchFamily="66" charset="0"/>
                </a:rPr>
                <a:t>Hypothesizes, tests, and updates beliefs.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The Hand" panose="03070502030502020204" pitchFamily="66" charset="0"/>
                </a:rPr>
                <a:t>I might be wrong!</a:t>
              </a:r>
              <a:endParaRPr lang="en-US" sz="2400" dirty="0">
                <a:solidFill>
                  <a:schemeClr val="tx1"/>
                </a:solidFill>
                <a:latin typeface="The Hand" panose="03070502030502020204" pitchFamily="66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798E65-67A2-3BAB-EAEF-D9433F33BB48}"/>
                </a:ext>
              </a:extLst>
            </p:cNvPr>
            <p:cNvSpPr txBox="1"/>
            <p:nvPr/>
          </p:nvSpPr>
          <p:spPr>
            <a:xfrm>
              <a:off x="7314202" y="5426832"/>
              <a:ext cx="285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i="1" dirty="0">
                  <a:latin typeface="+mj-lt"/>
                </a:rPr>
                <a:t>Scientist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51A8A5-6BE3-8C9D-28B8-FE3F0CBD00CA}"/>
                </a:ext>
              </a:extLst>
            </p:cNvPr>
            <p:cNvGrpSpPr/>
            <p:nvPr/>
          </p:nvGrpSpPr>
          <p:grpSpPr>
            <a:xfrm>
              <a:off x="10016628" y="5212879"/>
              <a:ext cx="1723515" cy="1723515"/>
              <a:chOff x="10018169" y="5369738"/>
              <a:chExt cx="1447800" cy="14478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902180D-9807-6EAC-6924-6FC2C1080BE6}"/>
                  </a:ext>
                </a:extLst>
              </p:cNvPr>
              <p:cNvSpPr/>
              <p:nvPr/>
            </p:nvSpPr>
            <p:spPr>
              <a:xfrm>
                <a:off x="10018169" y="5369738"/>
                <a:ext cx="1447800" cy="14478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Picture 39" descr="A person with white hair&#10;&#10;Description automatically generated">
                <a:extLst>
                  <a:ext uri="{FF2B5EF4-FFF2-40B4-BE49-F238E27FC236}">
                    <a16:creationId xmlns:a16="http://schemas.microsoft.com/office/drawing/2014/main" id="{98688796-3210-3C61-345A-06987E169C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18" t="2074" r="4568" b="7712"/>
              <a:stretch>
                <a:fillRect/>
              </a:stretch>
            </p:blipFill>
            <p:spPr>
              <a:xfrm>
                <a:off x="10089007" y="5438446"/>
                <a:ext cx="1306124" cy="1306124"/>
              </a:xfrm>
              <a:custGeom>
                <a:avLst/>
                <a:gdLst>
                  <a:gd name="connsiteX0" fmla="*/ 653062 w 1306124"/>
                  <a:gd name="connsiteY0" fmla="*/ 0 h 1306124"/>
                  <a:gd name="connsiteX1" fmla="*/ 1306124 w 1306124"/>
                  <a:gd name="connsiteY1" fmla="*/ 653062 h 1306124"/>
                  <a:gd name="connsiteX2" fmla="*/ 653062 w 1306124"/>
                  <a:gd name="connsiteY2" fmla="*/ 1306124 h 1306124"/>
                  <a:gd name="connsiteX3" fmla="*/ 0 w 1306124"/>
                  <a:gd name="connsiteY3" fmla="*/ 653062 h 1306124"/>
                  <a:gd name="connsiteX4" fmla="*/ 653062 w 1306124"/>
                  <a:gd name="connsiteY4" fmla="*/ 0 h 130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124" h="1306124">
                    <a:moveTo>
                      <a:pt x="653062" y="0"/>
                    </a:moveTo>
                    <a:cubicBezTo>
                      <a:pt x="1013738" y="0"/>
                      <a:pt x="1306124" y="292386"/>
                      <a:pt x="1306124" y="653062"/>
                    </a:cubicBezTo>
                    <a:cubicBezTo>
                      <a:pt x="1306124" y="1013738"/>
                      <a:pt x="1013738" y="1306124"/>
                      <a:pt x="653062" y="1306124"/>
                    </a:cubicBezTo>
                    <a:cubicBezTo>
                      <a:pt x="292386" y="1306124"/>
                      <a:pt x="0" y="1013738"/>
                      <a:pt x="0" y="653062"/>
                    </a:cubicBezTo>
                    <a:cubicBezTo>
                      <a:pt x="0" y="292386"/>
                      <a:pt x="292386" y="0"/>
                      <a:pt x="653062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8EA4092-98D2-F9D1-F8B1-B4770E168D4B}"/>
              </a:ext>
            </a:extLst>
          </p:cNvPr>
          <p:cNvGrpSpPr/>
          <p:nvPr/>
        </p:nvGrpSpPr>
        <p:grpSpPr>
          <a:xfrm>
            <a:off x="313983" y="1310633"/>
            <a:ext cx="10092080" cy="1723515"/>
            <a:chOff x="313983" y="1310633"/>
            <a:chExt cx="10092080" cy="172351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827BA2A-038E-1972-CFB8-E45E1FB50234}"/>
                </a:ext>
              </a:extLst>
            </p:cNvPr>
            <p:cNvSpPr/>
            <p:nvPr/>
          </p:nvSpPr>
          <p:spPr>
            <a:xfrm>
              <a:off x="1695450" y="1603344"/>
              <a:ext cx="8710613" cy="115045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The Hand Extrablack" panose="03070A02030502020204" pitchFamily="66" charset="0"/>
                </a:rPr>
                <a:t>Evangelizes beliefs in the face of attacks.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The Hand" panose="03070502030502020204" pitchFamily="66" charset="0"/>
                </a:rPr>
                <a:t>I’m right!</a:t>
              </a:r>
              <a:endParaRPr lang="en-US" sz="2400" dirty="0">
                <a:solidFill>
                  <a:schemeClr val="tx1"/>
                </a:solidFill>
                <a:latin typeface="The Hand" panose="03070502030502020204" pitchFamily="66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A7931B-BE61-5883-E6C8-47470E6971B8}"/>
                </a:ext>
              </a:extLst>
            </p:cNvPr>
            <p:cNvSpPr txBox="1"/>
            <p:nvPr/>
          </p:nvSpPr>
          <p:spPr>
            <a:xfrm>
              <a:off x="1859556" y="1547337"/>
              <a:ext cx="285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+mj-lt"/>
                </a:rPr>
                <a:t>Preacher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98EC948-F788-6364-72DA-34E00A5A0E24}"/>
                </a:ext>
              </a:extLst>
            </p:cNvPr>
            <p:cNvGrpSpPr/>
            <p:nvPr/>
          </p:nvGrpSpPr>
          <p:grpSpPr>
            <a:xfrm>
              <a:off x="313983" y="1310633"/>
              <a:ext cx="1723515" cy="1723515"/>
              <a:chOff x="657225" y="1581153"/>
              <a:chExt cx="1447800" cy="14478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F2840AC-6B66-FCA8-27A9-9DA5F66C75AF}"/>
                  </a:ext>
                </a:extLst>
              </p:cNvPr>
              <p:cNvSpPr/>
              <p:nvPr/>
            </p:nvSpPr>
            <p:spPr>
              <a:xfrm>
                <a:off x="657225" y="1581153"/>
                <a:ext cx="1447800" cy="14478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6" name="Picture 55" descr="A person speaking at a podium&#10;&#10;Description automatically generated">
                <a:extLst>
                  <a:ext uri="{FF2B5EF4-FFF2-40B4-BE49-F238E27FC236}">
                    <a16:creationId xmlns:a16="http://schemas.microsoft.com/office/drawing/2014/main" id="{865D7360-1A67-5182-0A1E-03C1B4616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743" t="4309" r="17284" b="25273"/>
              <a:stretch>
                <a:fillRect/>
              </a:stretch>
            </p:blipFill>
            <p:spPr>
              <a:xfrm>
                <a:off x="730787" y="1649319"/>
                <a:ext cx="1306124" cy="1306124"/>
              </a:xfrm>
              <a:custGeom>
                <a:avLst/>
                <a:gdLst>
                  <a:gd name="connsiteX0" fmla="*/ 653062 w 1306124"/>
                  <a:gd name="connsiteY0" fmla="*/ 0 h 1306124"/>
                  <a:gd name="connsiteX1" fmla="*/ 1306124 w 1306124"/>
                  <a:gd name="connsiteY1" fmla="*/ 653062 h 1306124"/>
                  <a:gd name="connsiteX2" fmla="*/ 653062 w 1306124"/>
                  <a:gd name="connsiteY2" fmla="*/ 1306124 h 1306124"/>
                  <a:gd name="connsiteX3" fmla="*/ 0 w 1306124"/>
                  <a:gd name="connsiteY3" fmla="*/ 653062 h 1306124"/>
                  <a:gd name="connsiteX4" fmla="*/ 653062 w 1306124"/>
                  <a:gd name="connsiteY4" fmla="*/ 0 h 130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124" h="1306124">
                    <a:moveTo>
                      <a:pt x="653062" y="0"/>
                    </a:moveTo>
                    <a:cubicBezTo>
                      <a:pt x="1013738" y="0"/>
                      <a:pt x="1306124" y="292386"/>
                      <a:pt x="1306124" y="653062"/>
                    </a:cubicBezTo>
                    <a:cubicBezTo>
                      <a:pt x="1306124" y="1013738"/>
                      <a:pt x="1013738" y="1306124"/>
                      <a:pt x="653062" y="1306124"/>
                    </a:cubicBezTo>
                    <a:cubicBezTo>
                      <a:pt x="292386" y="1306124"/>
                      <a:pt x="0" y="1013738"/>
                      <a:pt x="0" y="653062"/>
                    </a:cubicBezTo>
                    <a:cubicBezTo>
                      <a:pt x="0" y="292386"/>
                      <a:pt x="292386" y="0"/>
                      <a:pt x="653062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FD55CB0-70BD-0CC8-2A9D-1659EE0156E1}"/>
              </a:ext>
            </a:extLst>
          </p:cNvPr>
          <p:cNvGrpSpPr/>
          <p:nvPr/>
        </p:nvGrpSpPr>
        <p:grpSpPr>
          <a:xfrm>
            <a:off x="1668064" y="2569340"/>
            <a:ext cx="10142825" cy="1723515"/>
            <a:chOff x="1668064" y="2569340"/>
            <a:chExt cx="10142825" cy="172351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2A6F3AC-3DF4-91CE-2853-8D4EF1C024B0}"/>
                </a:ext>
              </a:extLst>
            </p:cNvPr>
            <p:cNvSpPr/>
            <p:nvPr/>
          </p:nvSpPr>
          <p:spPr>
            <a:xfrm>
              <a:off x="1668064" y="2854478"/>
              <a:ext cx="8846345" cy="114904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The Hand Extrablack" panose="03070A02030502020204" pitchFamily="66" charset="0"/>
                </a:rPr>
                <a:t>Identifies and attacks flaws in others’ arguments.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The Hand" panose="03070502030502020204" pitchFamily="66" charset="0"/>
                </a:rPr>
                <a:t>You’re wrong!</a:t>
              </a:r>
              <a:endParaRPr lang="en-US" sz="2400" dirty="0">
                <a:solidFill>
                  <a:schemeClr val="tx1"/>
                </a:solidFill>
                <a:latin typeface="The Hand" panose="03070502030502020204" pitchFamily="66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9C1380A-C722-42DC-A62D-9AD45818D237}"/>
                </a:ext>
              </a:extLst>
            </p:cNvPr>
            <p:cNvSpPr txBox="1"/>
            <p:nvPr/>
          </p:nvSpPr>
          <p:spPr>
            <a:xfrm>
              <a:off x="7426163" y="2780064"/>
              <a:ext cx="285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i="1" dirty="0">
                  <a:latin typeface="+mj-lt"/>
                </a:rPr>
                <a:t>Prosecutor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DA44056-62A6-0679-D505-C83FCBD6DD67}"/>
                </a:ext>
              </a:extLst>
            </p:cNvPr>
            <p:cNvGrpSpPr/>
            <p:nvPr/>
          </p:nvGrpSpPr>
          <p:grpSpPr>
            <a:xfrm>
              <a:off x="10087374" y="2569340"/>
              <a:ext cx="1723515" cy="1723515"/>
              <a:chOff x="10161985" y="2853687"/>
              <a:chExt cx="1447800" cy="14478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01D7AD7-AC96-7808-72C8-08AB55713450}"/>
                  </a:ext>
                </a:extLst>
              </p:cNvPr>
              <p:cNvSpPr/>
              <p:nvPr/>
            </p:nvSpPr>
            <p:spPr>
              <a:xfrm>
                <a:off x="10161985" y="2853687"/>
                <a:ext cx="1447800" cy="14478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9" name="Picture 58" descr="A person sitting on a curb eating a hot dog&#10;&#10;Description automatically generated">
                <a:extLst>
                  <a:ext uri="{FF2B5EF4-FFF2-40B4-BE49-F238E27FC236}">
                    <a16:creationId xmlns:a16="http://schemas.microsoft.com/office/drawing/2014/main" id="{994B0FF9-8F11-E0E9-912E-D221C1816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66" t="17067" r="52175" b="58978"/>
              <a:stretch>
                <a:fillRect/>
              </a:stretch>
            </p:blipFill>
            <p:spPr>
              <a:xfrm>
                <a:off x="10232823" y="2920956"/>
                <a:ext cx="1306124" cy="1306124"/>
              </a:xfrm>
              <a:custGeom>
                <a:avLst/>
                <a:gdLst>
                  <a:gd name="connsiteX0" fmla="*/ 653062 w 1306124"/>
                  <a:gd name="connsiteY0" fmla="*/ 0 h 1306124"/>
                  <a:gd name="connsiteX1" fmla="*/ 1306124 w 1306124"/>
                  <a:gd name="connsiteY1" fmla="*/ 653062 h 1306124"/>
                  <a:gd name="connsiteX2" fmla="*/ 653062 w 1306124"/>
                  <a:gd name="connsiteY2" fmla="*/ 1306124 h 1306124"/>
                  <a:gd name="connsiteX3" fmla="*/ 0 w 1306124"/>
                  <a:gd name="connsiteY3" fmla="*/ 653062 h 1306124"/>
                  <a:gd name="connsiteX4" fmla="*/ 653062 w 1306124"/>
                  <a:gd name="connsiteY4" fmla="*/ 0 h 130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124" h="1306124">
                    <a:moveTo>
                      <a:pt x="653062" y="0"/>
                    </a:moveTo>
                    <a:cubicBezTo>
                      <a:pt x="1013738" y="0"/>
                      <a:pt x="1306124" y="292386"/>
                      <a:pt x="1306124" y="653062"/>
                    </a:cubicBezTo>
                    <a:cubicBezTo>
                      <a:pt x="1306124" y="1013738"/>
                      <a:pt x="1013738" y="1306124"/>
                      <a:pt x="653062" y="1306124"/>
                    </a:cubicBezTo>
                    <a:cubicBezTo>
                      <a:pt x="292386" y="1306124"/>
                      <a:pt x="0" y="1013738"/>
                      <a:pt x="0" y="653062"/>
                    </a:cubicBezTo>
                    <a:cubicBezTo>
                      <a:pt x="0" y="292386"/>
                      <a:pt x="292386" y="0"/>
                      <a:pt x="653062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C19FE0-D8CB-5532-B071-C8A9C14E950D}"/>
              </a:ext>
            </a:extLst>
          </p:cNvPr>
          <p:cNvGrpSpPr/>
          <p:nvPr/>
        </p:nvGrpSpPr>
        <p:grpSpPr>
          <a:xfrm>
            <a:off x="313983" y="3822679"/>
            <a:ext cx="10092080" cy="1723515"/>
            <a:chOff x="313983" y="3822679"/>
            <a:chExt cx="10092080" cy="172351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CBBE8B9-F786-F3DE-AF5E-35B1D7938C94}"/>
                </a:ext>
              </a:extLst>
            </p:cNvPr>
            <p:cNvSpPr/>
            <p:nvPr/>
          </p:nvSpPr>
          <p:spPr>
            <a:xfrm>
              <a:off x="1695450" y="4105667"/>
              <a:ext cx="8710613" cy="115045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The Hand Extrablack" panose="03070A02030502020204" pitchFamily="66" charset="0"/>
                </a:rPr>
                <a:t>Campaigns and lobbies for their beliefs to draw support.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The Hand" panose="03070502030502020204" pitchFamily="66" charset="0"/>
                </a:rPr>
                <a:t>We’re right! They’re wrong!</a:t>
              </a:r>
              <a:endParaRPr lang="en-US" sz="2400" dirty="0">
                <a:solidFill>
                  <a:schemeClr val="tx1"/>
                </a:solidFill>
                <a:latin typeface="The Hand" panose="03070502030502020204" pitchFamily="66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027CE3-31CB-17C2-9217-D1D422122356}"/>
                </a:ext>
              </a:extLst>
            </p:cNvPr>
            <p:cNvSpPr txBox="1"/>
            <p:nvPr/>
          </p:nvSpPr>
          <p:spPr>
            <a:xfrm>
              <a:off x="1859556" y="4037725"/>
              <a:ext cx="2857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+mj-lt"/>
                </a:rPr>
                <a:t>Politician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FF0DCCD-44A0-42C6-D519-0BBB9B7F9BB9}"/>
                </a:ext>
              </a:extLst>
            </p:cNvPr>
            <p:cNvGrpSpPr/>
            <p:nvPr/>
          </p:nvGrpSpPr>
          <p:grpSpPr>
            <a:xfrm>
              <a:off x="313983" y="3822679"/>
              <a:ext cx="1723515" cy="1723515"/>
              <a:chOff x="657225" y="4090984"/>
              <a:chExt cx="1447800" cy="14478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96B92E-FFE3-DA69-9FA1-C83D2915540B}"/>
                  </a:ext>
                </a:extLst>
              </p:cNvPr>
              <p:cNvSpPr/>
              <p:nvPr/>
            </p:nvSpPr>
            <p:spPr>
              <a:xfrm>
                <a:off x="657225" y="4090984"/>
                <a:ext cx="1447800" cy="14478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62" name="Picture 61" descr="A portrait of a person&#10;&#10;Description automatically generated">
                <a:extLst>
                  <a:ext uri="{FF2B5EF4-FFF2-40B4-BE49-F238E27FC236}">
                    <a16:creationId xmlns:a16="http://schemas.microsoft.com/office/drawing/2014/main" id="{AC5630EF-550C-AC47-7242-CF3C4D06C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26" t="7038" r="13149" b="39832"/>
              <a:stretch>
                <a:fillRect/>
              </a:stretch>
            </p:blipFill>
            <p:spPr>
              <a:xfrm>
                <a:off x="736391" y="4160935"/>
                <a:ext cx="1306124" cy="1306124"/>
              </a:xfrm>
              <a:custGeom>
                <a:avLst/>
                <a:gdLst>
                  <a:gd name="connsiteX0" fmla="*/ 653062 w 1306124"/>
                  <a:gd name="connsiteY0" fmla="*/ 0 h 1306124"/>
                  <a:gd name="connsiteX1" fmla="*/ 1306124 w 1306124"/>
                  <a:gd name="connsiteY1" fmla="*/ 653062 h 1306124"/>
                  <a:gd name="connsiteX2" fmla="*/ 653062 w 1306124"/>
                  <a:gd name="connsiteY2" fmla="*/ 1306124 h 1306124"/>
                  <a:gd name="connsiteX3" fmla="*/ 0 w 1306124"/>
                  <a:gd name="connsiteY3" fmla="*/ 653062 h 1306124"/>
                  <a:gd name="connsiteX4" fmla="*/ 653062 w 1306124"/>
                  <a:gd name="connsiteY4" fmla="*/ 0 h 130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124" h="1306124">
                    <a:moveTo>
                      <a:pt x="653062" y="0"/>
                    </a:moveTo>
                    <a:cubicBezTo>
                      <a:pt x="1013738" y="0"/>
                      <a:pt x="1306124" y="292386"/>
                      <a:pt x="1306124" y="653062"/>
                    </a:cubicBezTo>
                    <a:cubicBezTo>
                      <a:pt x="1306124" y="1013738"/>
                      <a:pt x="1013738" y="1306124"/>
                      <a:pt x="653062" y="1306124"/>
                    </a:cubicBezTo>
                    <a:cubicBezTo>
                      <a:pt x="292386" y="1306124"/>
                      <a:pt x="0" y="1013738"/>
                      <a:pt x="0" y="653062"/>
                    </a:cubicBezTo>
                    <a:cubicBezTo>
                      <a:pt x="0" y="292386"/>
                      <a:pt x="292386" y="0"/>
                      <a:pt x="653062" y="0"/>
                    </a:cubicBez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84387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D72D4ED-B91E-7C96-0BE1-BEEB0F15C90B}"/>
              </a:ext>
            </a:extLst>
          </p:cNvPr>
          <p:cNvSpPr/>
          <p:nvPr/>
        </p:nvSpPr>
        <p:spPr>
          <a:xfrm>
            <a:off x="0" y="3920813"/>
            <a:ext cx="12192000" cy="2890936"/>
          </a:xfrm>
          <a:prstGeom prst="rect">
            <a:avLst/>
          </a:prstGeom>
          <a:solidFill>
            <a:srgbClr val="E4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480560" tIns="457200" rIns="640080" bIns="457200" rtlCol="0" anchor="ctr"/>
          <a:lstStyle/>
          <a:p>
            <a:pPr algn="r">
              <a:spcAft>
                <a:spcPts val="1200"/>
              </a:spcAft>
            </a:pPr>
            <a:r>
              <a:rPr lang="en-US" sz="3200" dirty="0">
                <a:solidFill>
                  <a:schemeClr val="tx1"/>
                </a:solidFill>
                <a:latin typeface="The Hand" panose="03070502030502020204" pitchFamily="66" charset="0"/>
              </a:rPr>
              <a:t>Finding out you are wrong today means you will be less wrong tomorrow.</a:t>
            </a:r>
          </a:p>
          <a:p>
            <a:pPr algn="r">
              <a:spcAft>
                <a:spcPts val="1200"/>
              </a:spcAft>
            </a:pPr>
            <a:r>
              <a:rPr lang="en-US" sz="2800" i="1" dirty="0">
                <a:solidFill>
                  <a:schemeClr val="tx1"/>
                </a:solidFill>
                <a:latin typeface="+mj-lt"/>
              </a:rPr>
              <a:t>Seek out disagreeability.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BA7F8A-C9E2-8756-F2C0-0F7EEEE7906C}"/>
              </a:ext>
            </a:extLst>
          </p:cNvPr>
          <p:cNvSpPr/>
          <p:nvPr/>
        </p:nvSpPr>
        <p:spPr>
          <a:xfrm>
            <a:off x="0" y="1412131"/>
            <a:ext cx="12192000" cy="2463367"/>
          </a:xfrm>
          <a:prstGeom prst="rect">
            <a:avLst/>
          </a:prstGeom>
          <a:solidFill>
            <a:srgbClr val="FE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840" tIns="457200" rIns="4480560" bIns="457200" rtlCol="0" anchor="ctr"/>
          <a:lstStyle/>
          <a:p>
            <a:pPr>
              <a:spcAft>
                <a:spcPts val="1200"/>
              </a:spcAft>
            </a:pPr>
            <a:r>
              <a:rPr lang="en-US" sz="3200" dirty="0">
                <a:solidFill>
                  <a:schemeClr val="tx1"/>
                </a:solidFill>
                <a:latin typeface="The Hand" panose="03070502030502020204" pitchFamily="66" charset="0"/>
              </a:rPr>
              <a:t>Confident humility: having faith in our abilities even if we don’t have the right solution or question.</a:t>
            </a:r>
          </a:p>
          <a:p>
            <a:pPr>
              <a:spcAft>
                <a:spcPts val="1200"/>
              </a:spcAft>
            </a:pPr>
            <a:r>
              <a:rPr lang="en-US" sz="2800" i="1" dirty="0">
                <a:solidFill>
                  <a:schemeClr val="tx1"/>
                </a:solidFill>
                <a:latin typeface="+mj-lt"/>
              </a:rPr>
              <a:t>Embrace imposter syndrome.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E4407-FA78-A04B-AAF9-CEEFFF03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</a:rPr>
              <a:t>How do you think like a scientist?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D36803-8322-3A14-2CB9-1D0D0D07E015}"/>
              </a:ext>
            </a:extLst>
          </p:cNvPr>
          <p:cNvGrpSpPr/>
          <p:nvPr/>
        </p:nvGrpSpPr>
        <p:grpSpPr>
          <a:xfrm>
            <a:off x="7768477" y="1457446"/>
            <a:ext cx="3585323" cy="2402663"/>
            <a:chOff x="7878731" y="1540750"/>
            <a:chExt cx="3961109" cy="26544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0182F33-C07B-1712-E807-A7C93ECC4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8731" y="1540750"/>
              <a:ext cx="3961109" cy="26407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8DE839-835F-2C0C-8AFF-5A469F7BF882}"/>
                </a:ext>
              </a:extLst>
            </p:cNvPr>
            <p:cNvSpPr txBox="1"/>
            <p:nvPr/>
          </p:nvSpPr>
          <p:spPr>
            <a:xfrm>
              <a:off x="7878731" y="3906211"/>
              <a:ext cx="3961109" cy="289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65000"/>
                    </a:schemeClr>
                  </a:solidFill>
                </a:rPr>
                <a:t>The Business Times/Image by Kenneth Lim</a:t>
              </a:r>
            </a:p>
          </p:txBody>
        </p:sp>
      </p:grpSp>
      <p:pic>
        <p:nvPicPr>
          <p:cNvPr id="19" name="Picture 18" descr="A collage of a comic&#10;&#10;Description automatically generated">
            <a:extLst>
              <a:ext uri="{FF2B5EF4-FFF2-40B4-BE49-F238E27FC236}">
                <a16:creationId xmlns:a16="http://schemas.microsoft.com/office/drawing/2014/main" id="{96A83CB6-2611-9421-847B-80A980BF6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115" y="4001825"/>
            <a:ext cx="2857499" cy="27289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73087D-D34D-186C-5EBF-D696A79D0056}"/>
              </a:ext>
            </a:extLst>
          </p:cNvPr>
          <p:cNvSpPr txBox="1"/>
          <p:nvPr/>
        </p:nvSpPr>
        <p:spPr>
          <a:xfrm>
            <a:off x="3605851" y="6472007"/>
            <a:ext cx="713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XKCD</a:t>
            </a:r>
          </a:p>
        </p:txBody>
      </p:sp>
    </p:spTree>
    <p:extLst>
      <p:ext uri="{BB962C8B-B14F-4D97-AF65-F5344CB8AC3E}">
        <p14:creationId xmlns:p14="http://schemas.microsoft.com/office/powerpoint/2010/main" val="74378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B6BBB-DBA3-C2C6-3E8E-A69764C5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The Hand Extrablack" panose="03070A02030502020204" pitchFamily="66" charset="0"/>
              </a:rPr>
              <a:t>Interpersonal Rethinking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FF9AE-4F41-AA2B-9FCE-50025FC7D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i="1" kern="1200" dirty="0">
                <a:solidFill>
                  <a:srgbClr val="7030A0"/>
                </a:solidFill>
              </a:rPr>
              <a:t>… opening other people’s minds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0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44635-BD22-7965-FF0B-E6B45412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</a:rPr>
              <a:t>Debate Demonstration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7C792-37B2-683F-E873-520AFB16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The Hand" panose="03070502030502020204" pitchFamily="66" charset="0"/>
              </a:rPr>
              <a:t>Should preschools be subsidized by the government?</a:t>
            </a:r>
          </a:p>
        </p:txBody>
      </p:sp>
    </p:spTree>
    <p:extLst>
      <p:ext uri="{BB962C8B-B14F-4D97-AF65-F5344CB8AC3E}">
        <p14:creationId xmlns:p14="http://schemas.microsoft.com/office/powerpoint/2010/main" val="1289042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12C0AE2-0DE3-2D62-4FC4-B6D5F32D7933}"/>
              </a:ext>
            </a:extLst>
          </p:cNvPr>
          <p:cNvSpPr/>
          <p:nvPr/>
        </p:nvSpPr>
        <p:spPr>
          <a:xfrm>
            <a:off x="0" y="3761722"/>
            <a:ext cx="11525250" cy="2083321"/>
          </a:xfrm>
          <a:prstGeom prst="rect">
            <a:avLst/>
          </a:prstGeom>
          <a:solidFill>
            <a:srgbClr val="F9D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4C29B1-CD52-F429-4A40-1199CDC0A106}"/>
              </a:ext>
            </a:extLst>
          </p:cNvPr>
          <p:cNvSpPr/>
          <p:nvPr/>
        </p:nvSpPr>
        <p:spPr>
          <a:xfrm>
            <a:off x="838200" y="1483275"/>
            <a:ext cx="11353800" cy="2083321"/>
          </a:xfrm>
          <a:prstGeom prst="rect">
            <a:avLst/>
          </a:prstGeom>
          <a:solidFill>
            <a:srgbClr val="CDE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417903-6C43-57A1-2CA0-9C18E328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</a:rPr>
              <a:t>How do you change others’ beliefs?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4CE60F-E319-33B3-838B-8A0FF5B9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650" y="1941645"/>
            <a:ext cx="6915150" cy="13255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latin typeface="The Hand" panose="03070502030502020204" pitchFamily="66" charset="0"/>
              </a:rPr>
              <a:t>Seek common ground and focus on fewer but more compelling arguments.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EE023-F6BE-D45E-440F-A8D1CC02EB54}"/>
              </a:ext>
            </a:extLst>
          </p:cNvPr>
          <p:cNvSpPr/>
          <p:nvPr/>
        </p:nvSpPr>
        <p:spPr>
          <a:xfrm>
            <a:off x="0" y="5980177"/>
            <a:ext cx="12192000" cy="877823"/>
          </a:xfrm>
          <a:prstGeom prst="rect">
            <a:avLst/>
          </a:prstGeom>
          <a:solidFill>
            <a:srgbClr val="A881BB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latin typeface="+mj-lt"/>
              </a:rPr>
              <a:t>Debate is a dance, not a war.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283EC-6ECC-316B-E18D-66C908531AF7}"/>
              </a:ext>
            </a:extLst>
          </p:cNvPr>
          <p:cNvSpPr/>
          <p:nvPr/>
        </p:nvSpPr>
        <p:spPr>
          <a:xfrm>
            <a:off x="666750" y="4128604"/>
            <a:ext cx="7321296" cy="1388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he Hand" panose="03070502030502020204" pitchFamily="66" charset="0"/>
              </a:rPr>
              <a:t>In the face of disagreement, ask why rather than explain why not.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54196D-1B75-8B79-D207-AA64372D37ED}"/>
              </a:ext>
            </a:extLst>
          </p:cNvPr>
          <p:cNvGrpSpPr/>
          <p:nvPr/>
        </p:nvGrpSpPr>
        <p:grpSpPr>
          <a:xfrm>
            <a:off x="8079555" y="3727095"/>
            <a:ext cx="3157538" cy="2156849"/>
            <a:chOff x="763502" y="3738110"/>
            <a:chExt cx="3095266" cy="2102895"/>
          </a:xfrm>
          <a:noFill/>
        </p:grpSpPr>
        <p:pic>
          <p:nvPicPr>
            <p:cNvPr id="9" name="Picture 8" descr="A person in a purple shirt&#10;&#10;Description automatically generated">
              <a:extLst>
                <a:ext uri="{FF2B5EF4-FFF2-40B4-BE49-F238E27FC236}">
                  <a16:creationId xmlns:a16="http://schemas.microsoft.com/office/drawing/2014/main" id="{D0FC25E6-439D-FE3F-E678-FF832D3AB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66" y="3771871"/>
              <a:ext cx="3033402" cy="2023280"/>
            </a:xfrm>
            <a:prstGeom prst="rect">
              <a:avLst/>
            </a:prstGeom>
            <a:grpFill/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E95D83-3C53-2D7D-0165-0DFF60F6C8D4}"/>
                </a:ext>
              </a:extLst>
            </p:cNvPr>
            <p:cNvSpPr txBox="1"/>
            <p:nvPr/>
          </p:nvSpPr>
          <p:spPr>
            <a:xfrm>
              <a:off x="2652605" y="3738110"/>
              <a:ext cx="1206163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+mj-lt"/>
                </a:rPr>
                <a:t>Daryl Davis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48C3D5-25B4-31EC-8A2B-384DA073321E}"/>
                </a:ext>
              </a:extLst>
            </p:cNvPr>
            <p:cNvSpPr txBox="1"/>
            <p:nvPr/>
          </p:nvSpPr>
          <p:spPr>
            <a:xfrm>
              <a:off x="763502" y="5593767"/>
              <a:ext cx="714354" cy="24723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</a:rPr>
                <a:t>Wikipedia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F2245D-D323-C50A-8102-ABB8A15D9CC2}"/>
              </a:ext>
            </a:extLst>
          </p:cNvPr>
          <p:cNvGrpSpPr/>
          <p:nvPr/>
        </p:nvGrpSpPr>
        <p:grpSpPr>
          <a:xfrm>
            <a:off x="1125864" y="1483275"/>
            <a:ext cx="2356599" cy="2141293"/>
            <a:chOff x="1976572" y="1541835"/>
            <a:chExt cx="2629456" cy="238922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D535FF-1114-8951-91A2-470F7B1139CA}"/>
                </a:ext>
              </a:extLst>
            </p:cNvPr>
            <p:cNvGrpSpPr/>
            <p:nvPr/>
          </p:nvGrpSpPr>
          <p:grpSpPr>
            <a:xfrm>
              <a:off x="1976572" y="1541835"/>
              <a:ext cx="2629456" cy="2389221"/>
              <a:chOff x="1464008" y="1823645"/>
              <a:chExt cx="2629456" cy="2389221"/>
            </a:xfrm>
          </p:grpSpPr>
          <p:pic>
            <p:nvPicPr>
              <p:cNvPr id="15" name="Picture 14" descr="A person in a suit and tie&#10;&#10;Description automatically generated">
                <a:extLst>
                  <a:ext uri="{FF2B5EF4-FFF2-40B4-BE49-F238E27FC236}">
                    <a16:creationId xmlns:a16="http://schemas.microsoft.com/office/drawing/2014/main" id="{AE99B43C-0200-5330-C168-8C1FEB3A4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4008" y="1823645"/>
                <a:ext cx="2629456" cy="23241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FAC796-A21D-52AB-CCD2-CF497DCA243B}"/>
                  </a:ext>
                </a:extLst>
              </p:cNvPr>
              <p:cNvSpPr txBox="1"/>
              <p:nvPr/>
            </p:nvSpPr>
            <p:spPr>
              <a:xfrm>
                <a:off x="1464008" y="3936305"/>
                <a:ext cx="2629456" cy="276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The Mercury News/Image by Jane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</a:rPr>
                  <a:t>Tyska</a:t>
                </a:r>
                <a:endParaRPr 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89688D-904C-FECA-9057-E6927DFD0A55}"/>
                </a:ext>
              </a:extLst>
            </p:cNvPr>
            <p:cNvSpPr txBox="1"/>
            <p:nvPr/>
          </p:nvSpPr>
          <p:spPr>
            <a:xfrm>
              <a:off x="1976572" y="1559553"/>
              <a:ext cx="1732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+mj-lt"/>
                </a:rPr>
                <a:t>Harish Natarajan</a:t>
              </a:r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7D4CEFA-6E2B-F220-BC6E-BD1A14336267}"/>
              </a:ext>
            </a:extLst>
          </p:cNvPr>
          <p:cNvSpPr/>
          <p:nvPr/>
        </p:nvSpPr>
        <p:spPr>
          <a:xfrm rot="16200000">
            <a:off x="-525897" y="2202110"/>
            <a:ext cx="2083321" cy="644872"/>
          </a:xfrm>
          <a:prstGeom prst="triangle">
            <a:avLst/>
          </a:prstGeom>
          <a:solidFill>
            <a:srgbClr val="CDE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94F16E0-92EF-7FB2-C867-298DED72F438}"/>
              </a:ext>
            </a:extLst>
          </p:cNvPr>
          <p:cNvSpPr/>
          <p:nvPr/>
        </p:nvSpPr>
        <p:spPr>
          <a:xfrm rot="5400000">
            <a:off x="10806025" y="4480947"/>
            <a:ext cx="2083321" cy="644872"/>
          </a:xfrm>
          <a:prstGeom prst="triangle">
            <a:avLst/>
          </a:prstGeom>
          <a:solidFill>
            <a:srgbClr val="F9D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84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66D4F-B960-B71D-E6B9-33D393EE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The Hand Extrablack" panose="03070A02030502020204" pitchFamily="66" charset="0"/>
              </a:rPr>
              <a:t>Collective Rethinking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6699D-FAA0-C358-9339-885498CBE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633092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i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… creating a community of lifelong learners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43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44635-BD22-7965-FF0B-E6B45412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</a:rPr>
              <a:t>Story Time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7C792-37B2-683F-E873-520AFB16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The Hand" panose="03070502030502020204" pitchFamily="66" charset="0"/>
              </a:rPr>
              <a:t>An Astronaut’s Tale</a:t>
            </a:r>
          </a:p>
        </p:txBody>
      </p:sp>
    </p:spTree>
    <p:extLst>
      <p:ext uri="{BB962C8B-B14F-4D97-AF65-F5344CB8AC3E}">
        <p14:creationId xmlns:p14="http://schemas.microsoft.com/office/powerpoint/2010/main" val="349335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BE2122-F9CD-3D50-A6B2-9325AABB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</a:rPr>
              <a:t>How do you foster and encourage rethinking?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16151-2A51-C1EE-464A-85A5DA892B76}"/>
              </a:ext>
            </a:extLst>
          </p:cNvPr>
          <p:cNvSpPr/>
          <p:nvPr/>
        </p:nvSpPr>
        <p:spPr>
          <a:xfrm>
            <a:off x="0" y="5989801"/>
            <a:ext cx="12192000" cy="877823"/>
          </a:xfrm>
          <a:prstGeom prst="rect">
            <a:avLst/>
          </a:prstGeom>
          <a:solidFill>
            <a:srgbClr val="95B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latin typeface="+mj-lt"/>
              </a:rPr>
              <a:t>Be humble. Be curious.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AB28AF-4AE8-06F8-B96D-14B096A93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3223"/>
            <a:ext cx="12192000" cy="1449102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74320" tIns="182880" rIns="274320" bIns="18288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The Hand Extrablack" panose="03070A02030502020204" pitchFamily="66" charset="0"/>
              </a:rPr>
              <a:t>Psychological safety</a:t>
            </a:r>
          </a:p>
          <a:p>
            <a:pPr marL="0" indent="0" algn="ctr">
              <a:buNone/>
            </a:pPr>
            <a:r>
              <a:rPr lang="en-US" sz="3200" dirty="0">
                <a:latin typeface="The Hand" panose="03070502030502020204" pitchFamily="66" charset="0"/>
              </a:rPr>
              <a:t>Can you take risks without being punished?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4AFF8B5-05CA-8574-DDB4-BB30F438C619}"/>
              </a:ext>
            </a:extLst>
          </p:cNvPr>
          <p:cNvGrpSpPr/>
          <p:nvPr/>
        </p:nvGrpSpPr>
        <p:grpSpPr>
          <a:xfrm>
            <a:off x="1554188" y="3189276"/>
            <a:ext cx="4221978" cy="2534725"/>
            <a:chOff x="5057774" y="3276600"/>
            <a:chExt cx="6638926" cy="25347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234BFF-5F18-C137-D774-5A5C4458CE1B}"/>
                </a:ext>
              </a:extLst>
            </p:cNvPr>
            <p:cNvSpPr/>
            <p:nvPr/>
          </p:nvSpPr>
          <p:spPr>
            <a:xfrm>
              <a:off x="5057774" y="3276600"/>
              <a:ext cx="6638924" cy="2534725"/>
            </a:xfrm>
            <a:prstGeom prst="rect">
              <a:avLst/>
            </a:prstGeom>
            <a:solidFill>
              <a:srgbClr val="F7F7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The Hand Extrablack" panose="03070A02030502020204" pitchFamily="66" charset="0"/>
                </a:rPr>
                <a:t>Ellen Ochoa’s Notecard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857525-04B4-0BB6-CA37-8395D5686A47}"/>
                </a:ext>
              </a:extLst>
            </p:cNvPr>
            <p:cNvSpPr txBox="1"/>
            <p:nvPr/>
          </p:nvSpPr>
          <p:spPr>
            <a:xfrm>
              <a:off x="5057776" y="3823951"/>
              <a:ext cx="663892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he Hand" panose="03070502030502020204" pitchFamily="66" charset="0"/>
                  <a:cs typeface="Dreaming Outloud Pro" panose="020F0502020204030204" pitchFamily="66" charset="0"/>
                </a:rPr>
                <a:t>What leads you to that assumption? Why do you think it is correct? What might happen if it’s wrong?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he Hand" panose="03070502030502020204" pitchFamily="66" charset="0"/>
                  <a:cs typeface="Dreaming Outloud Pro" panose="020F0502020204030204" pitchFamily="66" charset="0"/>
                </a:rPr>
                <a:t>What are the uncertainties in your analysis?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he Hand" panose="03070502030502020204" pitchFamily="66" charset="0"/>
                  <a:cs typeface="Dreaming Outloud Pro" panose="020F0502020204030204" pitchFamily="66" charset="0"/>
                </a:rPr>
                <a:t>I understand the advantages of your recommendation. What are the disadvantages?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9178B02-6936-FAB0-1DE2-1ED19255C24D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5" y="3866357"/>
              <a:ext cx="6638925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095616-E904-5761-7EFA-A9EF418310A1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5" y="4218782"/>
              <a:ext cx="66389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CA7276-9D6E-BBC8-75BA-D32400B8F604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4" y="4579158"/>
              <a:ext cx="66389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9A4A8A-DA27-3F32-813F-A1727B28EF57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6" y="4939534"/>
              <a:ext cx="66389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310B8D-E994-FE4C-25FF-F6300E9C8BE7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6" y="5291959"/>
              <a:ext cx="66389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6D1C84-0D35-D101-FC61-68A9FF283B67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6" y="5653909"/>
              <a:ext cx="66389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669E78-B4AC-F563-736C-705110794402}"/>
              </a:ext>
            </a:extLst>
          </p:cNvPr>
          <p:cNvGrpSpPr/>
          <p:nvPr/>
        </p:nvGrpSpPr>
        <p:grpSpPr>
          <a:xfrm>
            <a:off x="6015349" y="3031108"/>
            <a:ext cx="5509897" cy="3566542"/>
            <a:chOff x="6096000" y="3211934"/>
            <a:chExt cx="5002672" cy="3238216"/>
          </a:xfrm>
        </p:grpSpPr>
        <p:pic>
          <p:nvPicPr>
            <p:cNvPr id="27" name="Picture 26" descr="A cartoon of a person's diagram&#10;&#10;Description automatically generated with medium confidence">
              <a:extLst>
                <a:ext uri="{FF2B5EF4-FFF2-40B4-BE49-F238E27FC236}">
                  <a16:creationId xmlns:a16="http://schemas.microsoft.com/office/drawing/2014/main" id="{4100C348-7DEB-167A-FA97-208D5871D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96000" y="3211934"/>
              <a:ext cx="5002672" cy="3238216"/>
            </a:xfrm>
            <a:custGeom>
              <a:avLst/>
              <a:gdLst>
                <a:gd name="connsiteX0" fmla="*/ 0 w 5002672"/>
                <a:gd name="connsiteY0" fmla="*/ 0 h 3238216"/>
                <a:gd name="connsiteX1" fmla="*/ 5002672 w 5002672"/>
                <a:gd name="connsiteY1" fmla="*/ 0 h 3238216"/>
                <a:gd name="connsiteX2" fmla="*/ 5002672 w 5002672"/>
                <a:gd name="connsiteY2" fmla="*/ 3238216 h 3238216"/>
                <a:gd name="connsiteX3" fmla="*/ 3604878 w 5002672"/>
                <a:gd name="connsiteY3" fmla="*/ 3238216 h 3238216"/>
                <a:gd name="connsiteX4" fmla="*/ 3604878 w 5002672"/>
                <a:gd name="connsiteY4" fmla="*/ 2652932 h 3238216"/>
                <a:gd name="connsiteX5" fmla="*/ 0 w 5002672"/>
                <a:gd name="connsiteY5" fmla="*/ 2652932 h 3238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02672" h="3238216">
                  <a:moveTo>
                    <a:pt x="0" y="0"/>
                  </a:moveTo>
                  <a:lnTo>
                    <a:pt x="5002672" y="0"/>
                  </a:lnTo>
                  <a:lnTo>
                    <a:pt x="5002672" y="3238216"/>
                  </a:lnTo>
                  <a:lnTo>
                    <a:pt x="3604878" y="3238216"/>
                  </a:lnTo>
                  <a:lnTo>
                    <a:pt x="3604878" y="2652932"/>
                  </a:lnTo>
                  <a:lnTo>
                    <a:pt x="0" y="2652932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DA36A5-43C0-EF89-BA78-AB29C38DCE64}"/>
                </a:ext>
              </a:extLst>
            </p:cNvPr>
            <p:cNvSpPr txBox="1"/>
            <p:nvPr/>
          </p:nvSpPr>
          <p:spPr>
            <a:xfrm>
              <a:off x="10604626" y="6157477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75000"/>
                    </a:schemeClr>
                  </a:solidFill>
                </a:rPr>
                <a:t>XKCD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117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66D4F-B960-B71D-E6B9-33D393EE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The Hand Extrablack" panose="03070A02030502020204" pitchFamily="66" charset="0"/>
              </a:rPr>
              <a:t>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6699D-FAA0-C358-9339-885498CBE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52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86B052-0B64-46E4-8A74-CCA78482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</a:rPr>
              <a:t>Actions to encourage rethinking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CFC68-1917-C4F2-01A6-8B79D238DCA0}"/>
              </a:ext>
            </a:extLst>
          </p:cNvPr>
          <p:cNvSpPr/>
          <p:nvPr/>
        </p:nvSpPr>
        <p:spPr>
          <a:xfrm>
            <a:off x="342900" y="1690687"/>
            <a:ext cx="3832225" cy="48021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592" tIns="1828800" rIns="164592" rtlCol="0" anchor="t" anchorCtr="0"/>
          <a:lstStyle/>
          <a:p>
            <a:pPr indent="-274320" algn="ctr">
              <a:lnSpc>
                <a:spcPct val="200000"/>
              </a:lnSpc>
            </a:pPr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Individual Rethinking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Develop a habit of continuous rethinking.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Calibrate your confidence.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Invite disagreement and challenges.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C4C02-7502-3B73-C7A8-E423FE21A79A}"/>
              </a:ext>
            </a:extLst>
          </p:cNvPr>
          <p:cNvSpPr/>
          <p:nvPr/>
        </p:nvSpPr>
        <p:spPr>
          <a:xfrm>
            <a:off x="8007349" y="1690687"/>
            <a:ext cx="3832225" cy="4802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592" tIns="1828800" rIns="164592" rtlCol="0" anchor="t" anchorCtr="0"/>
          <a:lstStyle/>
          <a:p>
            <a:pPr indent="-274320" algn="ctr">
              <a:lnSpc>
                <a:spcPct val="200000"/>
              </a:lnSpc>
            </a:pPr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Collective Rethinking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Challenge best practices.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Establish psychological safety.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Encourage dissenting views.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034D2A-33EB-6282-AFCD-2108CD8A7651}"/>
              </a:ext>
            </a:extLst>
          </p:cNvPr>
          <p:cNvSpPr/>
          <p:nvPr/>
        </p:nvSpPr>
        <p:spPr>
          <a:xfrm>
            <a:off x="4175125" y="1690687"/>
            <a:ext cx="3832225" cy="4802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592" tIns="1828800" rIns="164592" rtlCol="0" anchor="t" anchorCtr="0"/>
          <a:lstStyle/>
          <a:p>
            <a:pPr indent="-274320" algn="ctr">
              <a:lnSpc>
                <a:spcPct val="200000"/>
              </a:lnSpc>
            </a:pPr>
            <a:r>
              <a:rPr lang="en-US" sz="3200" dirty="0">
                <a:solidFill>
                  <a:schemeClr val="tx1"/>
                </a:solidFill>
                <a:latin typeface="The Hand Extrablack" panose="03070A02030502020204" pitchFamily="66" charset="0"/>
              </a:rPr>
              <a:t>Interpersonal Rethinking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Ask questions.</a:t>
            </a:r>
          </a:p>
          <a:p>
            <a:pPr marL="457200" indent="-27432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he Hand" panose="03070502030502020204" pitchFamily="66" charset="0"/>
              </a:rPr>
              <a:t>Approach disagreements as a dance rather than a battle.</a:t>
            </a:r>
          </a:p>
        </p:txBody>
      </p:sp>
      <p:pic>
        <p:nvPicPr>
          <p:cNvPr id="11" name="Graphic 10" descr="Thought with solid fill">
            <a:extLst>
              <a:ext uri="{FF2B5EF4-FFF2-40B4-BE49-F238E27FC236}">
                <a16:creationId xmlns:a16="http://schemas.microsoft.com/office/drawing/2014/main" id="{28162EA3-05B6-2B91-E34E-9226B3175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2404" y="2085180"/>
            <a:ext cx="1540670" cy="1540670"/>
          </a:xfrm>
          <a:prstGeom prst="rect">
            <a:avLst/>
          </a:prstGeom>
        </p:spPr>
      </p:pic>
      <p:pic>
        <p:nvPicPr>
          <p:cNvPr id="13" name="Graphic 12" descr="Chat with solid fill">
            <a:extLst>
              <a:ext uri="{FF2B5EF4-FFF2-40B4-BE49-F238E27FC236}">
                <a16:creationId xmlns:a16="http://schemas.microsoft.com/office/drawing/2014/main" id="{717F9BDE-AB3B-41E9-2745-F737E9B3A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7177" y="2085180"/>
            <a:ext cx="1540670" cy="1540670"/>
          </a:xfrm>
          <a:prstGeom prst="rect">
            <a:avLst/>
          </a:prstGeom>
        </p:spPr>
      </p:pic>
      <p:pic>
        <p:nvPicPr>
          <p:cNvPr id="17" name="Graphic 16" descr="Group brainstorm with solid fill">
            <a:extLst>
              <a:ext uri="{FF2B5EF4-FFF2-40B4-BE49-F238E27FC236}">
                <a16:creationId xmlns:a16="http://schemas.microsoft.com/office/drawing/2014/main" id="{78978784-BC3C-16CC-42DA-640F905A75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36853" y="2085180"/>
            <a:ext cx="1540670" cy="15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94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5BBC-0171-97EE-2529-7A2A196E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he Hand Extrablack" panose="03070A02030502020204" pitchFamily="66" charset="0"/>
              </a:rPr>
              <a:t>Yet another template for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8774-6F47-4B18-5EAB-3A9219FF6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1550" y="1825625"/>
            <a:ext cx="4895850" cy="4351338"/>
          </a:xfrm>
          <a:solidFill>
            <a:schemeClr val="accent1">
              <a:lumMod val="40000"/>
              <a:lumOff val="60000"/>
            </a:schemeClr>
          </a:solidFill>
        </p:spPr>
        <p:txBody>
          <a:bodyPr lIns="548640" tIns="457200" rIns="182880" bIns="365760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The Hand Extrablack" panose="03070A02030502020204" pitchFamily="66" charset="0"/>
              </a:rPr>
              <a:t>MAKING DECISIONS</a:t>
            </a:r>
            <a:endParaRPr lang="en-US" sz="2400" dirty="0">
              <a:latin typeface="The Hand Extrablack" panose="03070A02030502020204" pitchFamily="66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The Hand" panose="03070502030502020204" pitchFamily="66" charset="0"/>
              </a:rPr>
              <a:t>The decision and alternatives.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The Hand" panose="03070502030502020204" pitchFamily="66" charset="0"/>
              </a:rPr>
              <a:t>Pros and cons of all options.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The Hand" panose="03070502030502020204" pitchFamily="66" charset="0"/>
              </a:rPr>
              <a:t>Rationale behind the choice.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The Hand" panose="03070502030502020204" pitchFamily="66" charset="0"/>
              </a:rPr>
              <a:t>Contingencies under which alternatives would be taken.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66C6A-B62A-AA40-23FA-F54D71D23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895850" cy="4351338"/>
          </a:xfrm>
          <a:solidFill>
            <a:schemeClr val="accent2">
              <a:lumMod val="40000"/>
              <a:lumOff val="60000"/>
            </a:schemeClr>
          </a:solidFill>
        </p:spPr>
        <p:txBody>
          <a:bodyPr lIns="640080" tIns="457200" rIns="640080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The Hand Extrablack" panose="03070A02030502020204" pitchFamily="66" charset="0"/>
              </a:rPr>
              <a:t>RETHINKING</a:t>
            </a:r>
            <a:endParaRPr lang="en-US" sz="2400" dirty="0">
              <a:latin typeface="The Hand Extrablack" panose="03070A02030502020204" pitchFamily="66" charset="0"/>
            </a:endParaRPr>
          </a:p>
          <a:p>
            <a:pPr>
              <a:spcBef>
                <a:spcPts val="1800"/>
              </a:spcBef>
            </a:pPr>
            <a:r>
              <a:rPr lang="en-US" sz="2400" dirty="0">
                <a:latin typeface="The Hand" panose="03070502030502020204" pitchFamily="66" charset="0"/>
              </a:rPr>
              <a:t>Is prior information valid?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latin typeface="The Hand" panose="03070502030502020204" pitchFamily="66" charset="0"/>
              </a:rPr>
              <a:t>Is there additional information?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latin typeface="The Hand" panose="03070502030502020204" pitchFamily="66" charset="0"/>
              </a:rPr>
              <a:t>Did any contingencies occur?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latin typeface="The Hand" panose="03070502030502020204" pitchFamily="66" charset="0"/>
              </a:rPr>
              <a:t>Does the reasoning still hold?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The Hand" panose="03070502030502020204" pitchFamily="66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176B9B-8578-599E-853A-EA2E1BEC0D82}"/>
              </a:ext>
            </a:extLst>
          </p:cNvPr>
          <p:cNvSpPr/>
          <p:nvPr/>
        </p:nvSpPr>
        <p:spPr>
          <a:xfrm>
            <a:off x="5867398" y="1825624"/>
            <a:ext cx="304802" cy="43513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308B371-A444-1161-1189-2A43AC09B56F}"/>
              </a:ext>
            </a:extLst>
          </p:cNvPr>
          <p:cNvSpPr/>
          <p:nvPr/>
        </p:nvSpPr>
        <p:spPr>
          <a:xfrm rot="5400000">
            <a:off x="3969543" y="3723482"/>
            <a:ext cx="4351338" cy="55562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17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6" title="Cogs turning inside head outline">
            <a:hlinkClick r:id="" action="ppaction://media"/>
            <a:extLst>
              <a:ext uri="{FF2B5EF4-FFF2-40B4-BE49-F238E27FC236}">
                <a16:creationId xmlns:a16="http://schemas.microsoft.com/office/drawing/2014/main" id="{F33B2681-36D5-473B-112A-D816BEDF9E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40A3C9-47C0-D11E-991C-6EEE6280025B}"/>
              </a:ext>
            </a:extLst>
          </p:cNvPr>
          <p:cNvSpPr txBox="1"/>
          <p:nvPr/>
        </p:nvSpPr>
        <p:spPr>
          <a:xfrm>
            <a:off x="761903" y="4025767"/>
            <a:ext cx="229421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latin typeface="The Hand" panose="03070502030502020204" pitchFamily="66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8061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DD89A-C1C1-5CD5-553C-06F57D55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</a:rPr>
              <a:t>Discussion Section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29C6E-B387-6CBA-1634-3391D3A2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The Hand" panose="03070502030502020204" pitchFamily="66" charset="0"/>
              </a:rPr>
              <a:t>What are your boiling frogs?</a:t>
            </a:r>
          </a:p>
        </p:txBody>
      </p:sp>
    </p:spTree>
    <p:extLst>
      <p:ext uri="{BB962C8B-B14F-4D97-AF65-F5344CB8AC3E}">
        <p14:creationId xmlns:p14="http://schemas.microsoft.com/office/powerpoint/2010/main" val="397215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1186</TotalTime>
  <Words>2019</Words>
  <Application>Microsoft Office PowerPoint</Application>
  <PresentationFormat>Widescreen</PresentationFormat>
  <Paragraphs>275</Paragraphs>
  <Slides>20</Slides>
  <Notes>17</Notes>
  <HiddenSlides>2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The Hand</vt:lpstr>
      <vt:lpstr>The Hand Extrablack</vt:lpstr>
      <vt:lpstr>Wingdings</vt:lpstr>
      <vt:lpstr>office theme</vt:lpstr>
      <vt:lpstr>Think Again</vt:lpstr>
      <vt:lpstr>A brief outline</vt:lpstr>
      <vt:lpstr>What is rethinking?</vt:lpstr>
      <vt:lpstr>What does rethinking mean?</vt:lpstr>
      <vt:lpstr>Why do we need rethinking?</vt:lpstr>
      <vt:lpstr>Individual Rethinking</vt:lpstr>
      <vt:lpstr>Discussion Section</vt:lpstr>
      <vt:lpstr>The Preacher, Prosecutor, and Politician</vt:lpstr>
      <vt:lpstr>How do you think like a scientist?</vt:lpstr>
      <vt:lpstr>Interpersonal Rethinking</vt:lpstr>
      <vt:lpstr>Debate Demonstration</vt:lpstr>
      <vt:lpstr>How do you change others’ beliefs?</vt:lpstr>
      <vt:lpstr>Collective Rethinking</vt:lpstr>
      <vt:lpstr>Story Time</vt:lpstr>
      <vt:lpstr>How do you foster and encourage rethinking?</vt:lpstr>
      <vt:lpstr>Conclusions</vt:lpstr>
      <vt:lpstr>Actions to encourage rethinking</vt:lpstr>
      <vt:lpstr>Yet another template for decision-making</vt:lpstr>
      <vt:lpstr>PowerPoint Presentation</vt:lpstr>
      <vt:lpstr>Discussion 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Avinash Madavan</cp:lastModifiedBy>
  <cp:revision>2</cp:revision>
  <dcterms:created xsi:type="dcterms:W3CDTF">2023-11-16T18:12:17Z</dcterms:created>
  <dcterms:modified xsi:type="dcterms:W3CDTF">2023-11-23T08:24:31Z</dcterms:modified>
</cp:coreProperties>
</file>